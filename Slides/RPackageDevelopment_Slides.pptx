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259" r:id="rId3"/>
    <p:sldId id="318" r:id="rId4"/>
    <p:sldId id="320" r:id="rId5"/>
    <p:sldId id="423" r:id="rId6"/>
    <p:sldId id="321" r:id="rId7"/>
    <p:sldId id="436" r:id="rId8"/>
    <p:sldId id="323" r:id="rId9"/>
    <p:sldId id="450" r:id="rId10"/>
    <p:sldId id="437" r:id="rId11"/>
    <p:sldId id="406" r:id="rId12"/>
    <p:sldId id="428" r:id="rId13"/>
    <p:sldId id="429" r:id="rId14"/>
    <p:sldId id="407" r:id="rId15"/>
    <p:sldId id="445" r:id="rId16"/>
    <p:sldId id="446" r:id="rId17"/>
    <p:sldId id="438" r:id="rId18"/>
    <p:sldId id="439" r:id="rId19"/>
    <p:sldId id="409" r:id="rId20"/>
    <p:sldId id="413" r:id="rId21"/>
    <p:sldId id="440" r:id="rId22"/>
    <p:sldId id="412" r:id="rId23"/>
    <p:sldId id="441" r:id="rId24"/>
    <p:sldId id="426" r:id="rId25"/>
    <p:sldId id="415" r:id="rId26"/>
    <p:sldId id="410" r:id="rId27"/>
    <p:sldId id="448" r:id="rId28"/>
    <p:sldId id="424" r:id="rId29"/>
    <p:sldId id="442" r:id="rId30"/>
    <p:sldId id="327" r:id="rId31"/>
    <p:sldId id="322" r:id="rId32"/>
    <p:sldId id="431" r:id="rId33"/>
    <p:sldId id="333" r:id="rId34"/>
    <p:sldId id="355" r:id="rId35"/>
    <p:sldId id="356" r:id="rId36"/>
    <p:sldId id="402" r:id="rId37"/>
    <p:sldId id="403" r:id="rId38"/>
    <p:sldId id="404" r:id="rId39"/>
    <p:sldId id="405" r:id="rId40"/>
    <p:sldId id="324" r:id="rId41"/>
    <p:sldId id="328" r:id="rId42"/>
    <p:sldId id="329" r:id="rId43"/>
    <p:sldId id="330" r:id="rId44"/>
    <p:sldId id="443" r:id="rId45"/>
    <p:sldId id="331" r:id="rId46"/>
    <p:sldId id="444" r:id="rId47"/>
    <p:sldId id="433" r:id="rId48"/>
    <p:sldId id="435" r:id="rId49"/>
    <p:sldId id="411" r:id="rId50"/>
    <p:sldId id="260" r:id="rId51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91186F-AFD7-4556-9E93-756AA89B05D5}" v="59" dt="2026-08-11T20:15:22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526"/>
    <p:restoredTop sz="83429"/>
  </p:normalViewPr>
  <p:slideViewPr>
    <p:cSldViewPr snapToGrid="0" snapToObjects="1">
      <p:cViewPr varScale="1">
        <p:scale>
          <a:sx n="92" d="100"/>
          <a:sy n="92" d="100"/>
        </p:scale>
        <p:origin x="175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Osakwe" userId="7a3e290c-eb83-484b-8e3d-d46ef2333477" providerId="ADAL" clId="{09ABE13D-32B9-4646-8B10-CB7999C84D02}"/>
    <pc:docChg chg="undo custSel addSld delSld modSld sldOrd modMainMaster">
      <pc:chgData name="Adrien Osakwe" userId="7a3e290c-eb83-484b-8e3d-d46ef2333477" providerId="ADAL" clId="{09ABE13D-32B9-4646-8B10-CB7999C84D02}" dt="2026-07-27T18:22:25.025" v="3317" actId="2696"/>
      <pc:docMkLst>
        <pc:docMk/>
      </pc:docMkLst>
      <pc:sldChg chg="add del ord">
        <pc:chgData name="Adrien Osakwe" userId="7a3e290c-eb83-484b-8e3d-d46ef2333477" providerId="ADAL" clId="{09ABE13D-32B9-4646-8B10-CB7999C84D02}" dt="2026-07-14T20:18:16.032" v="63" actId="20578"/>
        <pc:sldMkLst>
          <pc:docMk/>
          <pc:sldMk cId="3959237559" sldId="256"/>
        </pc:sldMkLst>
      </pc:sldChg>
      <pc:sldChg chg="modSp add mod ord">
        <pc:chgData name="Adrien Osakwe" userId="7a3e290c-eb83-484b-8e3d-d46ef2333477" providerId="ADAL" clId="{09ABE13D-32B9-4646-8B10-CB7999C84D02}" dt="2026-07-15T15:43:00.354" v="3307" actId="20577"/>
        <pc:sldMkLst>
          <pc:docMk/>
          <pc:sldMk cId="597855376" sldId="259"/>
        </pc:sldMkLst>
        <pc:spChg chg="mod">
          <ac:chgData name="Adrien Osakwe" userId="7a3e290c-eb83-484b-8e3d-d46ef2333477" providerId="ADAL" clId="{09ABE13D-32B9-4646-8B10-CB7999C84D02}" dt="2026-07-15T15:43:00.354" v="3307" actId="20577"/>
          <ac:spMkLst>
            <pc:docMk/>
            <pc:sldMk cId="597855376" sldId="259"/>
            <ac:spMk id="2" creationId="{10C0557F-5508-20BC-7CF6-DF79F9930C8B}"/>
          </ac:spMkLst>
        </pc:spChg>
      </pc:sldChg>
      <pc:sldChg chg="add">
        <pc:chgData name="Adrien Osakwe" userId="7a3e290c-eb83-484b-8e3d-d46ef2333477" providerId="ADAL" clId="{09ABE13D-32B9-4646-8B10-CB7999C84D02}" dt="2026-07-14T20:12:53.878" v="2"/>
        <pc:sldMkLst>
          <pc:docMk/>
          <pc:sldMk cId="3735510520" sldId="260"/>
        </pc:sldMkLst>
      </pc:sldChg>
      <pc:sldChg chg="modSp add mod ord">
        <pc:chgData name="Adrien Osakwe" userId="7a3e290c-eb83-484b-8e3d-d46ef2333477" providerId="ADAL" clId="{09ABE13D-32B9-4646-8B10-CB7999C84D02}" dt="2026-07-15T18:05:22.921" v="3312" actId="20577"/>
        <pc:sldMkLst>
          <pc:docMk/>
          <pc:sldMk cId="4072911522" sldId="318"/>
        </pc:sldMkLst>
        <pc:spChg chg="mod">
          <ac:chgData name="Adrien Osakwe" userId="7a3e290c-eb83-484b-8e3d-d46ef2333477" providerId="ADAL" clId="{09ABE13D-32B9-4646-8B10-CB7999C84D02}" dt="2026-07-15T18:05:22.921" v="3312" actId="20577"/>
          <ac:spMkLst>
            <pc:docMk/>
            <pc:sldMk cId="4072911522" sldId="318"/>
            <ac:spMk id="2" creationId="{2B830F0B-3D18-9732-3108-323F8DEEBA14}"/>
          </ac:spMkLst>
        </pc:spChg>
      </pc:sldChg>
      <pc:sldChg chg="addSp delSp modSp new mod">
        <pc:chgData name="Adrien Osakwe" userId="7a3e290c-eb83-484b-8e3d-d46ef2333477" providerId="ADAL" clId="{09ABE13D-32B9-4646-8B10-CB7999C84D02}" dt="2026-07-15T15:46:41.284" v="3310" actId="14100"/>
        <pc:sldMkLst>
          <pc:docMk/>
          <pc:sldMk cId="3587535936" sldId="320"/>
        </pc:sldMkLst>
        <pc:spChg chg="add mod">
          <ac:chgData name="Adrien Osakwe" userId="7a3e290c-eb83-484b-8e3d-d46ef2333477" providerId="ADAL" clId="{09ABE13D-32B9-4646-8B10-CB7999C84D02}" dt="2026-07-14T20:19:01.144" v="100" actId="20577"/>
          <ac:spMkLst>
            <pc:docMk/>
            <pc:sldMk cId="3587535936" sldId="320"/>
            <ac:spMk id="3" creationId="{1A675FF3-F5C4-4D9D-72F6-339B99ED886F}"/>
          </ac:spMkLst>
        </pc:spChg>
        <pc:spChg chg="add mod">
          <ac:chgData name="Adrien Osakwe" userId="7a3e290c-eb83-484b-8e3d-d46ef2333477" providerId="ADAL" clId="{09ABE13D-32B9-4646-8B10-CB7999C84D02}" dt="2026-07-14T20:19:19.369" v="143" actId="20577"/>
          <ac:spMkLst>
            <pc:docMk/>
            <pc:sldMk cId="3587535936" sldId="320"/>
            <ac:spMk id="4" creationId="{5FC2150F-A588-4511-139C-D809D8400571}"/>
          </ac:spMkLst>
        </pc:spChg>
        <pc:picChg chg="add mod">
          <ac:chgData name="Adrien Osakwe" userId="7a3e290c-eb83-484b-8e3d-d46ef2333477" providerId="ADAL" clId="{09ABE13D-32B9-4646-8B10-CB7999C84D02}" dt="2026-07-15T15:46:41.284" v="3310" actId="14100"/>
          <ac:picMkLst>
            <pc:docMk/>
            <pc:sldMk cId="3587535936" sldId="320"/>
            <ac:picMk id="2" creationId="{2B557A83-72AC-9342-6D18-444AE41A1DB0}"/>
          </ac:picMkLst>
        </pc:picChg>
      </pc:sldChg>
      <pc:sldChg chg="modSp new mod">
        <pc:chgData name="Adrien Osakwe" userId="7a3e290c-eb83-484b-8e3d-d46ef2333477" providerId="ADAL" clId="{09ABE13D-32B9-4646-8B10-CB7999C84D02}" dt="2026-07-14T20:50:35.437" v="479" actId="20577"/>
        <pc:sldMkLst>
          <pc:docMk/>
          <pc:sldMk cId="3602721871" sldId="321"/>
        </pc:sldMkLst>
        <pc:spChg chg="mod">
          <ac:chgData name="Adrien Osakwe" userId="7a3e290c-eb83-484b-8e3d-d46ef2333477" providerId="ADAL" clId="{09ABE13D-32B9-4646-8B10-CB7999C84D02}" dt="2026-07-14T20:40:44.079" v="161" actId="20577"/>
          <ac:spMkLst>
            <pc:docMk/>
            <pc:sldMk cId="3602721871" sldId="321"/>
            <ac:spMk id="2" creationId="{617AD453-1B50-891F-EA57-93BE367EC635}"/>
          </ac:spMkLst>
        </pc:spChg>
        <pc:spChg chg="mod">
          <ac:chgData name="Adrien Osakwe" userId="7a3e290c-eb83-484b-8e3d-d46ef2333477" providerId="ADAL" clId="{09ABE13D-32B9-4646-8B10-CB7999C84D02}" dt="2026-07-14T20:50:35.437" v="479" actId="20577"/>
          <ac:spMkLst>
            <pc:docMk/>
            <pc:sldMk cId="3602721871" sldId="321"/>
            <ac:spMk id="3" creationId="{8296774D-2E53-E4B2-B8EA-360BC110FD38}"/>
          </ac:spMkLst>
        </pc:spChg>
      </pc:sldChg>
      <pc:sldChg chg="modSp add mod">
        <pc:chgData name="Adrien Osakwe" userId="7a3e290c-eb83-484b-8e3d-d46ef2333477" providerId="ADAL" clId="{09ABE13D-32B9-4646-8B10-CB7999C84D02}" dt="2026-07-14T20:51:35.274" v="517" actId="20577"/>
        <pc:sldMkLst>
          <pc:docMk/>
          <pc:sldMk cId="223915468" sldId="323"/>
        </pc:sldMkLst>
        <pc:spChg chg="mod">
          <ac:chgData name="Adrien Osakwe" userId="7a3e290c-eb83-484b-8e3d-d46ef2333477" providerId="ADAL" clId="{09ABE13D-32B9-4646-8B10-CB7999C84D02}" dt="2026-07-14T20:51:35.274" v="517" actId="20577"/>
          <ac:spMkLst>
            <pc:docMk/>
            <pc:sldMk cId="223915468" sldId="323"/>
            <ac:spMk id="3" creationId="{6CF8068E-9C93-CB78-065E-0CAF6A6BF497}"/>
          </ac:spMkLst>
        </pc:spChg>
      </pc:sldChg>
      <pc:sldChg chg="modSp add mod">
        <pc:chgData name="Adrien Osakwe" userId="7a3e290c-eb83-484b-8e3d-d46ef2333477" providerId="ADAL" clId="{09ABE13D-32B9-4646-8B10-CB7999C84D02}" dt="2026-07-14T20:52:29.099" v="575" actId="20577"/>
        <pc:sldMkLst>
          <pc:docMk/>
          <pc:sldMk cId="2341505858" sldId="324"/>
        </pc:sldMkLst>
        <pc:spChg chg="mod">
          <ac:chgData name="Adrien Osakwe" userId="7a3e290c-eb83-484b-8e3d-d46ef2333477" providerId="ADAL" clId="{09ABE13D-32B9-4646-8B10-CB7999C84D02}" dt="2026-07-14T20:52:29.099" v="575" actId="20577"/>
          <ac:spMkLst>
            <pc:docMk/>
            <pc:sldMk cId="2341505858" sldId="324"/>
            <ac:spMk id="3" creationId="{154509B3-1BE7-E9C4-5DF5-A583F50756B6}"/>
          </ac:spMkLst>
        </pc:spChg>
      </pc:sldChg>
      <pc:sldChg chg="modSp new mod">
        <pc:chgData name="Adrien Osakwe" userId="7a3e290c-eb83-484b-8e3d-d46ef2333477" providerId="ADAL" clId="{09ABE13D-32B9-4646-8B10-CB7999C84D02}" dt="2026-07-15T14:51:10.692" v="1997" actId="20577"/>
        <pc:sldMkLst>
          <pc:docMk/>
          <pc:sldMk cId="775350422" sldId="327"/>
        </pc:sldMkLst>
        <pc:spChg chg="mod">
          <ac:chgData name="Adrien Osakwe" userId="7a3e290c-eb83-484b-8e3d-d46ef2333477" providerId="ADAL" clId="{09ABE13D-32B9-4646-8B10-CB7999C84D02}" dt="2026-07-14T20:52:58.860" v="643" actId="20577"/>
          <ac:spMkLst>
            <pc:docMk/>
            <pc:sldMk cId="775350422" sldId="327"/>
            <ac:spMk id="2" creationId="{FE915632-C511-A9E9-D340-BEC667515236}"/>
          </ac:spMkLst>
        </pc:spChg>
        <pc:spChg chg="mod">
          <ac:chgData name="Adrien Osakwe" userId="7a3e290c-eb83-484b-8e3d-d46ef2333477" providerId="ADAL" clId="{09ABE13D-32B9-4646-8B10-CB7999C84D02}" dt="2026-07-15T14:51:10.692" v="1997" actId="20577"/>
          <ac:spMkLst>
            <pc:docMk/>
            <pc:sldMk cId="775350422" sldId="327"/>
            <ac:spMk id="3" creationId="{84AF7830-BAE2-3180-F8C1-9C534AA700C8}"/>
          </ac:spMkLst>
        </pc:spChg>
      </pc:sldChg>
      <pc:sldChg chg="modSp new mod">
        <pc:chgData name="Adrien Osakwe" userId="7a3e290c-eb83-484b-8e3d-d46ef2333477" providerId="ADAL" clId="{09ABE13D-32B9-4646-8B10-CB7999C84D02}" dt="2026-07-14T20:54:58.987" v="879" actId="113"/>
        <pc:sldMkLst>
          <pc:docMk/>
          <pc:sldMk cId="4003429187" sldId="328"/>
        </pc:sldMkLst>
        <pc:spChg chg="mod">
          <ac:chgData name="Adrien Osakwe" userId="7a3e290c-eb83-484b-8e3d-d46ef2333477" providerId="ADAL" clId="{09ABE13D-32B9-4646-8B10-CB7999C84D02}" dt="2026-07-14T20:54:00.987" v="686" actId="20577"/>
          <ac:spMkLst>
            <pc:docMk/>
            <pc:sldMk cId="4003429187" sldId="328"/>
            <ac:spMk id="2" creationId="{74428F7B-DC2B-85A5-1C1F-AD0171621091}"/>
          </ac:spMkLst>
        </pc:spChg>
        <pc:spChg chg="mod">
          <ac:chgData name="Adrien Osakwe" userId="7a3e290c-eb83-484b-8e3d-d46ef2333477" providerId="ADAL" clId="{09ABE13D-32B9-4646-8B10-CB7999C84D02}" dt="2026-07-14T20:54:58.987" v="879" actId="113"/>
          <ac:spMkLst>
            <pc:docMk/>
            <pc:sldMk cId="4003429187" sldId="328"/>
            <ac:spMk id="3" creationId="{33D959FC-3BD5-F79B-6D54-99514B14242D}"/>
          </ac:spMkLst>
        </pc:spChg>
      </pc:sldChg>
      <pc:sldChg chg="addSp modSp new mod">
        <pc:chgData name="Adrien Osakwe" userId="7a3e290c-eb83-484b-8e3d-d46ef2333477" providerId="ADAL" clId="{09ABE13D-32B9-4646-8B10-CB7999C84D02}" dt="2026-07-15T15:30:10.952" v="2730" actId="1037"/>
        <pc:sldMkLst>
          <pc:docMk/>
          <pc:sldMk cId="393444062" sldId="329"/>
        </pc:sldMkLst>
        <pc:spChg chg="mod">
          <ac:chgData name="Adrien Osakwe" userId="7a3e290c-eb83-484b-8e3d-d46ef2333477" providerId="ADAL" clId="{09ABE13D-32B9-4646-8B10-CB7999C84D02}" dt="2026-07-14T20:55:08.859" v="898" actId="20577"/>
          <ac:spMkLst>
            <pc:docMk/>
            <pc:sldMk cId="393444062" sldId="329"/>
            <ac:spMk id="2" creationId="{1CA3896D-A639-AB21-2F26-A2665F471F27}"/>
          </ac:spMkLst>
        </pc:spChg>
        <pc:spChg chg="mod">
          <ac:chgData name="Adrien Osakwe" userId="7a3e290c-eb83-484b-8e3d-d46ef2333477" providerId="ADAL" clId="{09ABE13D-32B9-4646-8B10-CB7999C84D02}" dt="2026-07-15T15:29:43.647" v="2719" actId="14100"/>
          <ac:spMkLst>
            <pc:docMk/>
            <pc:sldMk cId="393444062" sldId="329"/>
            <ac:spMk id="3" creationId="{7A8B01C4-F07D-5AFC-E80E-CFFC6E8449AA}"/>
          </ac:spMkLst>
        </pc:spChg>
        <pc:picChg chg="add mod">
          <ac:chgData name="Adrien Osakwe" userId="7a3e290c-eb83-484b-8e3d-d46ef2333477" providerId="ADAL" clId="{09ABE13D-32B9-4646-8B10-CB7999C84D02}" dt="2026-07-15T15:30:10.952" v="2730" actId="1037"/>
          <ac:picMkLst>
            <pc:docMk/>
            <pc:sldMk cId="393444062" sldId="329"/>
            <ac:picMk id="3074" creationId="{1BF0D96D-2C04-31BD-E443-6DBBF624B2A9}"/>
          </ac:picMkLst>
        </pc:picChg>
      </pc:sldChg>
      <pc:sldChg chg="modSp new mod">
        <pc:chgData name="Adrien Osakwe" userId="7a3e290c-eb83-484b-8e3d-d46ef2333477" providerId="ADAL" clId="{09ABE13D-32B9-4646-8B10-CB7999C84D02}" dt="2026-07-15T15:34:33.295" v="3154" actId="5793"/>
        <pc:sldMkLst>
          <pc:docMk/>
          <pc:sldMk cId="3227588993" sldId="330"/>
        </pc:sldMkLst>
        <pc:spChg chg="mod">
          <ac:chgData name="Adrien Osakwe" userId="7a3e290c-eb83-484b-8e3d-d46ef2333477" providerId="ADAL" clId="{09ABE13D-32B9-4646-8B10-CB7999C84D02}" dt="2026-07-14T20:56:31.241" v="1212" actId="20577"/>
          <ac:spMkLst>
            <pc:docMk/>
            <pc:sldMk cId="3227588993" sldId="330"/>
            <ac:spMk id="2" creationId="{A456644B-FBEC-5421-3990-6EAEC51D647D}"/>
          </ac:spMkLst>
        </pc:spChg>
        <pc:spChg chg="mod">
          <ac:chgData name="Adrien Osakwe" userId="7a3e290c-eb83-484b-8e3d-d46ef2333477" providerId="ADAL" clId="{09ABE13D-32B9-4646-8B10-CB7999C84D02}" dt="2026-07-15T15:34:33.295" v="3154" actId="5793"/>
          <ac:spMkLst>
            <pc:docMk/>
            <pc:sldMk cId="3227588993" sldId="330"/>
            <ac:spMk id="3" creationId="{7DCCE7DF-BA51-40A0-87CD-24710734241B}"/>
          </ac:spMkLst>
        </pc:spChg>
      </pc:sldChg>
      <pc:sldChg chg="modSp new mod">
        <pc:chgData name="Adrien Osakwe" userId="7a3e290c-eb83-484b-8e3d-d46ef2333477" providerId="ADAL" clId="{09ABE13D-32B9-4646-8B10-CB7999C84D02}" dt="2026-07-15T15:31:46.805" v="3059" actId="20577"/>
        <pc:sldMkLst>
          <pc:docMk/>
          <pc:sldMk cId="3482164999" sldId="331"/>
        </pc:sldMkLst>
        <pc:spChg chg="mod">
          <ac:chgData name="Adrien Osakwe" userId="7a3e290c-eb83-484b-8e3d-d46ef2333477" providerId="ADAL" clId="{09ABE13D-32B9-4646-8B10-CB7999C84D02}" dt="2026-07-14T20:57:28.457" v="1464" actId="20577"/>
          <ac:spMkLst>
            <pc:docMk/>
            <pc:sldMk cId="3482164999" sldId="331"/>
            <ac:spMk id="2" creationId="{46FC251F-B5ED-1074-7347-BBF8BE63786F}"/>
          </ac:spMkLst>
        </pc:spChg>
        <pc:spChg chg="mod">
          <ac:chgData name="Adrien Osakwe" userId="7a3e290c-eb83-484b-8e3d-d46ef2333477" providerId="ADAL" clId="{09ABE13D-32B9-4646-8B10-CB7999C84D02}" dt="2026-07-15T15:31:46.805" v="3059" actId="20577"/>
          <ac:spMkLst>
            <pc:docMk/>
            <pc:sldMk cId="3482164999" sldId="331"/>
            <ac:spMk id="3" creationId="{EDBEC63F-928F-16B3-F9AA-1A86345569A5}"/>
          </ac:spMkLst>
        </pc:spChg>
      </pc:sldChg>
      <pc:sldChg chg="addSp delSp modSp new mod modClrScheme chgLayout">
        <pc:chgData name="Adrien Osakwe" userId="7a3e290c-eb83-484b-8e3d-d46ef2333477" providerId="ADAL" clId="{09ABE13D-32B9-4646-8B10-CB7999C84D02}" dt="2026-07-15T15:39:56.190" v="3285" actId="1037"/>
        <pc:sldMkLst>
          <pc:docMk/>
          <pc:sldMk cId="4107645974" sldId="406"/>
        </pc:sldMkLst>
        <pc:spChg chg="mod">
          <ac:chgData name="Adrien Osakwe" userId="7a3e290c-eb83-484b-8e3d-d46ef2333477" providerId="ADAL" clId="{09ABE13D-32B9-4646-8B10-CB7999C84D02}" dt="2026-07-15T15:26:03.463" v="2536" actId="26606"/>
          <ac:spMkLst>
            <pc:docMk/>
            <pc:sldMk cId="4107645974" sldId="406"/>
            <ac:spMk id="2" creationId="{22643326-375A-A79A-4BC9-E08429337A85}"/>
          </ac:spMkLst>
        </pc:spChg>
        <pc:spChg chg="add del">
          <ac:chgData name="Adrien Osakwe" userId="7a3e290c-eb83-484b-8e3d-d46ef2333477" providerId="ADAL" clId="{09ABE13D-32B9-4646-8B10-CB7999C84D02}" dt="2026-07-15T15:26:03.463" v="2536" actId="26606"/>
          <ac:spMkLst>
            <pc:docMk/>
            <pc:sldMk cId="4107645974" sldId="406"/>
            <ac:spMk id="3" creationId="{ACB875C8-BD73-F266-4045-06FC436A35AA}"/>
          </ac:spMkLst>
        </pc:spChg>
        <pc:picChg chg="add mod">
          <ac:chgData name="Adrien Osakwe" userId="7a3e290c-eb83-484b-8e3d-d46ef2333477" providerId="ADAL" clId="{09ABE13D-32B9-4646-8B10-CB7999C84D02}" dt="2026-07-15T15:39:56.190" v="3285" actId="1037"/>
          <ac:picMkLst>
            <pc:docMk/>
            <pc:sldMk cId="4107645974" sldId="406"/>
            <ac:picMk id="1028" creationId="{C0119C7F-7394-3714-73BC-BFB0C9254886}"/>
          </ac:picMkLst>
        </pc:picChg>
      </pc:sldChg>
      <pc:sldChg chg="addSp delSp modSp new mod">
        <pc:chgData name="Adrien Osakwe" userId="7a3e290c-eb83-484b-8e3d-d46ef2333477" providerId="ADAL" clId="{09ABE13D-32B9-4646-8B10-CB7999C84D02}" dt="2026-07-15T15:27:34.088" v="2550" actId="1076"/>
        <pc:sldMkLst>
          <pc:docMk/>
          <pc:sldMk cId="159122328" sldId="407"/>
        </pc:sldMkLst>
        <pc:spChg chg="mod">
          <ac:chgData name="Adrien Osakwe" userId="7a3e290c-eb83-484b-8e3d-d46ef2333477" providerId="ADAL" clId="{09ABE13D-32B9-4646-8B10-CB7999C84D02}" dt="2026-07-15T14:44:40.199" v="1647" actId="20577"/>
          <ac:spMkLst>
            <pc:docMk/>
            <pc:sldMk cId="159122328" sldId="407"/>
            <ac:spMk id="2" creationId="{FB0A71D6-6839-5BF1-8658-F5434E944637}"/>
          </ac:spMkLst>
        </pc:spChg>
        <pc:picChg chg="add mod">
          <ac:chgData name="Adrien Osakwe" userId="7a3e290c-eb83-484b-8e3d-d46ef2333477" providerId="ADAL" clId="{09ABE13D-32B9-4646-8B10-CB7999C84D02}" dt="2026-07-15T15:27:34.088" v="2550" actId="1076"/>
          <ac:picMkLst>
            <pc:docMk/>
            <pc:sldMk cId="159122328" sldId="407"/>
            <ac:picMk id="2050" creationId="{9CF5CCEC-6197-2DAD-9421-BAA0EB1C11E7}"/>
          </ac:picMkLst>
        </pc:picChg>
      </pc:sldChg>
      <pc:sldChg chg="modSp new mod">
        <pc:chgData name="Adrien Osakwe" userId="7a3e290c-eb83-484b-8e3d-d46ef2333477" providerId="ADAL" clId="{09ABE13D-32B9-4646-8B10-CB7999C84D02}" dt="2026-07-15T14:45:04.695" v="1693" actId="20577"/>
        <pc:sldMkLst>
          <pc:docMk/>
          <pc:sldMk cId="604635962" sldId="409"/>
        </pc:sldMkLst>
        <pc:spChg chg="mod">
          <ac:chgData name="Adrien Osakwe" userId="7a3e290c-eb83-484b-8e3d-d46ef2333477" providerId="ADAL" clId="{09ABE13D-32B9-4646-8B10-CB7999C84D02}" dt="2026-07-15T14:45:04.695" v="1693" actId="20577"/>
          <ac:spMkLst>
            <pc:docMk/>
            <pc:sldMk cId="604635962" sldId="409"/>
            <ac:spMk id="2" creationId="{87B2031C-7CAB-319D-E348-1DE323D36DC9}"/>
          </ac:spMkLst>
        </pc:spChg>
      </pc:sldChg>
      <pc:sldChg chg="modSp new mod">
        <pc:chgData name="Adrien Osakwe" userId="7a3e290c-eb83-484b-8e3d-d46ef2333477" providerId="ADAL" clId="{09ABE13D-32B9-4646-8B10-CB7999C84D02}" dt="2026-07-15T15:03:59.144" v="2526" actId="20577"/>
        <pc:sldMkLst>
          <pc:docMk/>
          <pc:sldMk cId="981103045" sldId="410"/>
        </pc:sldMkLst>
        <pc:spChg chg="mod">
          <ac:chgData name="Adrien Osakwe" userId="7a3e290c-eb83-484b-8e3d-d46ef2333477" providerId="ADAL" clId="{09ABE13D-32B9-4646-8B10-CB7999C84D02}" dt="2026-07-15T14:45:09.510" v="1707" actId="20577"/>
          <ac:spMkLst>
            <pc:docMk/>
            <pc:sldMk cId="981103045" sldId="410"/>
            <ac:spMk id="2" creationId="{0E3F8D0A-0BEA-604C-3AAC-1AB4A8B4EBF5}"/>
          </ac:spMkLst>
        </pc:spChg>
        <pc:spChg chg="mod">
          <ac:chgData name="Adrien Osakwe" userId="7a3e290c-eb83-484b-8e3d-d46ef2333477" providerId="ADAL" clId="{09ABE13D-32B9-4646-8B10-CB7999C84D02}" dt="2026-07-15T15:03:59.144" v="2526" actId="20577"/>
          <ac:spMkLst>
            <pc:docMk/>
            <pc:sldMk cId="981103045" sldId="410"/>
            <ac:spMk id="3" creationId="{311A497D-7B3A-420F-9347-CF4D7D0528AA}"/>
          </ac:spMkLst>
        </pc:spChg>
      </pc:sldChg>
      <pc:sldChg chg="addSp modSp new mod">
        <pc:chgData name="Adrien Osakwe" userId="7a3e290c-eb83-484b-8e3d-d46ef2333477" providerId="ADAL" clId="{09ABE13D-32B9-4646-8B10-CB7999C84D02}" dt="2026-07-15T15:34:01.976" v="3152" actId="1076"/>
        <pc:sldMkLst>
          <pc:docMk/>
          <pc:sldMk cId="2803926213" sldId="411"/>
        </pc:sldMkLst>
        <pc:spChg chg="mod">
          <ac:chgData name="Adrien Osakwe" userId="7a3e290c-eb83-484b-8e3d-d46ef2333477" providerId="ADAL" clId="{09ABE13D-32B9-4646-8B10-CB7999C84D02}" dt="2026-07-15T14:58:35.748" v="2017" actId="1076"/>
          <ac:spMkLst>
            <pc:docMk/>
            <pc:sldMk cId="2803926213" sldId="411"/>
            <ac:spMk id="2" creationId="{AD828D01-6295-9CD0-A2A8-D520CA4A343F}"/>
          </ac:spMkLst>
        </pc:spChg>
        <pc:spChg chg="add mod">
          <ac:chgData name="Adrien Osakwe" userId="7a3e290c-eb83-484b-8e3d-d46ef2333477" providerId="ADAL" clId="{09ABE13D-32B9-4646-8B10-CB7999C84D02}" dt="2026-07-15T15:33:13.462" v="3127" actId="1076"/>
          <ac:spMkLst>
            <pc:docMk/>
            <pc:sldMk cId="2803926213" sldId="411"/>
            <ac:spMk id="5" creationId="{1186AD2E-30E2-4066-0067-9E12E0C232DB}"/>
          </ac:spMkLst>
        </pc:spChg>
        <pc:spChg chg="add mod">
          <ac:chgData name="Adrien Osakwe" userId="7a3e290c-eb83-484b-8e3d-d46ef2333477" providerId="ADAL" clId="{09ABE13D-32B9-4646-8B10-CB7999C84D02}" dt="2026-07-15T15:34:01.976" v="3152" actId="1076"/>
          <ac:spMkLst>
            <pc:docMk/>
            <pc:sldMk cId="2803926213" sldId="411"/>
            <ac:spMk id="7" creationId="{D2045168-AFC9-111D-EFD6-E702AAED7BC9}"/>
          </ac:spMkLst>
        </pc:spChg>
        <pc:picChg chg="add mod">
          <ac:chgData name="Adrien Osakwe" userId="7a3e290c-eb83-484b-8e3d-d46ef2333477" providerId="ADAL" clId="{09ABE13D-32B9-4646-8B10-CB7999C84D02}" dt="2026-07-15T14:58:38.410" v="2018" actId="1076"/>
          <ac:picMkLst>
            <pc:docMk/>
            <pc:sldMk cId="2803926213" sldId="411"/>
            <ac:picMk id="3" creationId="{D2BAEF11-DF57-F87B-0DE1-C7BE3199774C}"/>
          </ac:picMkLst>
        </pc:picChg>
        <pc:picChg chg="add mod">
          <ac:chgData name="Adrien Osakwe" userId="7a3e290c-eb83-484b-8e3d-d46ef2333477" providerId="ADAL" clId="{09ABE13D-32B9-4646-8B10-CB7999C84D02}" dt="2026-07-15T15:32:30.157" v="3064" actId="1076"/>
          <ac:picMkLst>
            <pc:docMk/>
            <pc:sldMk cId="2803926213" sldId="411"/>
            <ac:picMk id="4" creationId="{0A32D887-B248-C56F-D4CD-C76954C2A5EA}"/>
          </ac:picMkLst>
        </pc:picChg>
        <pc:picChg chg="add mod">
          <ac:chgData name="Adrien Osakwe" userId="7a3e290c-eb83-484b-8e3d-d46ef2333477" providerId="ADAL" clId="{09ABE13D-32B9-4646-8B10-CB7999C84D02}" dt="2026-07-15T15:33:41.462" v="3131" actId="1076"/>
          <ac:picMkLst>
            <pc:docMk/>
            <pc:sldMk cId="2803926213" sldId="411"/>
            <ac:picMk id="6" creationId="{2CF9868A-40A2-5F1C-8D2F-7B17D97E4850}"/>
          </ac:picMkLst>
        </pc:picChg>
      </pc:sldChg>
      <pc:sldChg chg="modSp new mod">
        <pc:chgData name="Adrien Osakwe" userId="7a3e290c-eb83-484b-8e3d-d46ef2333477" providerId="ADAL" clId="{09ABE13D-32B9-4646-8B10-CB7999C84D02}" dt="2026-07-15T15:03:43.966" v="2516" actId="14100"/>
        <pc:sldMkLst>
          <pc:docMk/>
          <pc:sldMk cId="3344907461" sldId="412"/>
        </pc:sldMkLst>
        <pc:spChg chg="mod">
          <ac:chgData name="Adrien Osakwe" userId="7a3e290c-eb83-484b-8e3d-d46ef2333477" providerId="ADAL" clId="{09ABE13D-32B9-4646-8B10-CB7999C84D02}" dt="2026-07-15T15:03:43.966" v="2516" actId="14100"/>
          <ac:spMkLst>
            <pc:docMk/>
            <pc:sldMk cId="3344907461" sldId="412"/>
            <ac:spMk id="2" creationId="{4B34AF01-8823-1607-7201-0F853B265FB2}"/>
          </ac:spMkLst>
        </pc:spChg>
        <pc:spChg chg="mod">
          <ac:chgData name="Adrien Osakwe" userId="7a3e290c-eb83-484b-8e3d-d46ef2333477" providerId="ADAL" clId="{09ABE13D-32B9-4646-8B10-CB7999C84D02}" dt="2026-07-15T15:03:09.550" v="2477" actId="27636"/>
          <ac:spMkLst>
            <pc:docMk/>
            <pc:sldMk cId="3344907461" sldId="412"/>
            <ac:spMk id="3" creationId="{BE993682-CC01-929C-3DB9-F1AD75588C23}"/>
          </ac:spMkLst>
        </pc:spChg>
      </pc:sldChg>
      <pc:sldChg chg="modSp new mod">
        <pc:chgData name="Adrien Osakwe" userId="7a3e290c-eb83-484b-8e3d-d46ef2333477" providerId="ADAL" clId="{09ABE13D-32B9-4646-8B10-CB7999C84D02}" dt="2026-07-15T15:00:00.348" v="2137" actId="20577"/>
        <pc:sldMkLst>
          <pc:docMk/>
          <pc:sldMk cId="37029868" sldId="413"/>
        </pc:sldMkLst>
        <pc:spChg chg="mod">
          <ac:chgData name="Adrien Osakwe" userId="7a3e290c-eb83-484b-8e3d-d46ef2333477" providerId="ADAL" clId="{09ABE13D-32B9-4646-8B10-CB7999C84D02}" dt="2026-07-15T15:00:00.348" v="2137" actId="20577"/>
          <ac:spMkLst>
            <pc:docMk/>
            <pc:sldMk cId="37029868" sldId="413"/>
            <ac:spMk id="2" creationId="{95DD492F-F80E-B379-EDEF-4B91DA7FE6C1}"/>
          </ac:spMkLst>
        </pc:spChg>
      </pc:sldChg>
      <pc:sldMasterChg chg="modSldLayout">
        <pc:chgData name="Adrien Osakwe" userId="7a3e290c-eb83-484b-8e3d-d46ef2333477" providerId="ADAL" clId="{09ABE13D-32B9-4646-8B10-CB7999C84D02}" dt="2026-07-14T20:16:30.281" v="29" actId="478"/>
        <pc:sldMasterMkLst>
          <pc:docMk/>
          <pc:sldMasterMk cId="1449374226" sldId="2147483660"/>
        </pc:sldMasterMkLst>
        <pc:sldLayoutChg chg="addSp delSp modSp mod">
          <pc:chgData name="Adrien Osakwe" userId="7a3e290c-eb83-484b-8e3d-d46ef2333477" providerId="ADAL" clId="{09ABE13D-32B9-4646-8B10-CB7999C84D02}" dt="2026-07-14T20:16:30.281" v="29" actId="478"/>
          <pc:sldLayoutMkLst>
            <pc:docMk/>
            <pc:sldMasterMk cId="1449374226" sldId="2147483660"/>
            <pc:sldLayoutMk cId="3264083727" sldId="2147483661"/>
          </pc:sldLayoutMkLst>
          <pc:picChg chg="add mod">
            <ac:chgData name="Adrien Osakwe" userId="7a3e290c-eb83-484b-8e3d-d46ef2333477" providerId="ADAL" clId="{09ABE13D-32B9-4646-8B10-CB7999C84D02}" dt="2026-07-14T20:15:50.424" v="24" actId="14100"/>
            <ac:picMkLst>
              <pc:docMk/>
              <pc:sldMasterMk cId="1449374226" sldId="2147483660"/>
              <pc:sldLayoutMk cId="3264083727" sldId="2147483661"/>
              <ac:picMk id="4" creationId="{901F0B20-408F-2B4A-284C-54914990B943}"/>
            </ac:picMkLst>
          </pc:picChg>
        </pc:sldLayoutChg>
        <pc:sldLayoutChg chg="addSp modSp">
          <pc:chgData name="Adrien Osakwe" userId="7a3e290c-eb83-484b-8e3d-d46ef2333477" providerId="ADAL" clId="{09ABE13D-32B9-4646-8B10-CB7999C84D02}" dt="2026-07-14T20:16:10.265" v="28" actId="1035"/>
          <pc:sldLayoutMkLst>
            <pc:docMk/>
            <pc:sldMasterMk cId="1449374226" sldId="2147483660"/>
            <pc:sldLayoutMk cId="322694191" sldId="2147483670"/>
          </pc:sldLayoutMkLst>
          <pc:picChg chg="add mod">
            <ac:chgData name="Adrien Osakwe" userId="7a3e290c-eb83-484b-8e3d-d46ef2333477" providerId="ADAL" clId="{09ABE13D-32B9-4646-8B10-CB7999C84D02}" dt="2026-07-14T20:16:10.265" v="28" actId="1035"/>
            <ac:picMkLst>
              <pc:docMk/>
              <pc:sldMasterMk cId="1449374226" sldId="2147483660"/>
              <pc:sldLayoutMk cId="322694191" sldId="2147483670"/>
              <ac:picMk id="2" creationId="{B4E0375E-06DE-CC3D-FC14-4D91EE6470F8}"/>
            </ac:picMkLst>
          </pc:picChg>
          <pc:picChg chg="add mod">
            <ac:chgData name="Adrien Osakwe" userId="7a3e290c-eb83-484b-8e3d-d46ef2333477" providerId="ADAL" clId="{09ABE13D-32B9-4646-8B10-CB7999C84D02}" dt="2026-07-14T20:16:10.265" v="28" actId="1035"/>
            <ac:picMkLst>
              <pc:docMk/>
              <pc:sldMasterMk cId="1449374226" sldId="2147483660"/>
              <pc:sldLayoutMk cId="322694191" sldId="2147483670"/>
              <ac:picMk id="4" creationId="{48BA55F6-1EA5-F4BD-45AD-D7A800249734}"/>
            </ac:picMkLst>
          </pc:picChg>
        </pc:sldLayoutChg>
        <pc:sldLayoutChg chg="addSp delSp modSp mod">
          <pc:chgData name="Adrien Osakwe" userId="7a3e290c-eb83-484b-8e3d-d46ef2333477" providerId="ADAL" clId="{09ABE13D-32B9-4646-8B10-CB7999C84D02}" dt="2026-07-14T20:15:29.417" v="19"/>
          <pc:sldLayoutMkLst>
            <pc:docMk/>
            <pc:sldMasterMk cId="1449374226" sldId="2147483660"/>
            <pc:sldLayoutMk cId="3350706779" sldId="2147483671"/>
          </pc:sldLayoutMkLst>
          <pc:picChg chg="add mod">
            <ac:chgData name="Adrien Osakwe" userId="7a3e290c-eb83-484b-8e3d-d46ef2333477" providerId="ADAL" clId="{09ABE13D-32B9-4646-8B10-CB7999C84D02}" dt="2026-07-14T20:15:10.625" v="11" actId="1076"/>
            <ac:picMkLst>
              <pc:docMk/>
              <pc:sldMasterMk cId="1449374226" sldId="2147483660"/>
              <pc:sldLayoutMk cId="3350706779" sldId="2147483671"/>
              <ac:picMk id="2" creationId="{F293AA35-39CA-D5AA-46B4-E32A7A3C2702}"/>
            </ac:picMkLst>
          </pc:picChg>
          <pc:picChg chg="add mod">
            <ac:chgData name="Adrien Osakwe" userId="7a3e290c-eb83-484b-8e3d-d46ef2333477" providerId="ADAL" clId="{09ABE13D-32B9-4646-8B10-CB7999C84D02}" dt="2026-07-14T20:15:24.202" v="15" actId="1076"/>
            <ac:picMkLst>
              <pc:docMk/>
              <pc:sldMasterMk cId="1449374226" sldId="2147483660"/>
              <pc:sldLayoutMk cId="3350706779" sldId="2147483671"/>
              <ac:picMk id="4" creationId="{656DFE86-6EEA-995D-0B99-F99D01139386}"/>
            </ac:picMkLst>
          </pc:picChg>
        </pc:sldLayoutChg>
      </pc:sldMasterChg>
    </pc:docChg>
  </pc:docChgLst>
  <pc:docChgLst>
    <pc:chgData name="Adrien Osakwe" userId="7a3e290c-eb83-484b-8e3d-d46ef2333477" providerId="ADAL" clId="{516F4981-D9C8-4339-9685-B0B88EA45B28}"/>
    <pc:docChg chg="undo custSel addSld delSld modSld sldOrd">
      <pc:chgData name="Adrien Osakwe" userId="7a3e290c-eb83-484b-8e3d-d46ef2333477" providerId="ADAL" clId="{516F4981-D9C8-4339-9685-B0B88EA45B28}" dt="2026-08-11T20:19:31.053" v="8251" actId="20577"/>
      <pc:docMkLst>
        <pc:docMk/>
      </pc:docMkLst>
      <pc:sldChg chg="del">
        <pc:chgData name="Adrien Osakwe" userId="7a3e290c-eb83-484b-8e3d-d46ef2333477" providerId="ADAL" clId="{516F4981-D9C8-4339-9685-B0B88EA45B28}" dt="2026-08-11T03:41:40.272" v="719" actId="47"/>
        <pc:sldMkLst>
          <pc:docMk/>
          <pc:sldMk cId="3133242724" sldId="262"/>
        </pc:sldMkLst>
      </pc:sldChg>
      <pc:sldChg chg="addSp delSp modSp mod">
        <pc:chgData name="Adrien Osakwe" userId="7a3e290c-eb83-484b-8e3d-d46ef2333477" providerId="ADAL" clId="{516F4981-D9C8-4339-9685-B0B88EA45B28}" dt="2026-08-11T03:41:06.934" v="695" actId="6549"/>
        <pc:sldMkLst>
          <pc:docMk/>
          <pc:sldMk cId="3587535936" sldId="320"/>
        </pc:sldMkLst>
        <pc:spChg chg="mod">
          <ac:chgData name="Adrien Osakwe" userId="7a3e290c-eb83-484b-8e3d-d46ef2333477" providerId="ADAL" clId="{516F4981-D9C8-4339-9685-B0B88EA45B28}" dt="2026-08-11T03:41:01.859" v="693" actId="113"/>
          <ac:spMkLst>
            <pc:docMk/>
            <pc:sldMk cId="3587535936" sldId="320"/>
            <ac:spMk id="3" creationId="{1A675FF3-F5C4-4D9D-72F6-339B99ED886F}"/>
          </ac:spMkLst>
        </pc:spChg>
        <pc:spChg chg="mod">
          <ac:chgData name="Adrien Osakwe" userId="7a3e290c-eb83-484b-8e3d-d46ef2333477" providerId="ADAL" clId="{516F4981-D9C8-4339-9685-B0B88EA45B28}" dt="2026-08-11T03:41:06.934" v="695" actId="6549"/>
          <ac:spMkLst>
            <pc:docMk/>
            <pc:sldMk cId="3587535936" sldId="320"/>
            <ac:spMk id="4" creationId="{5FC2150F-A588-4511-139C-D809D8400571}"/>
          </ac:spMkLst>
        </pc:spChg>
        <pc:spChg chg="add del mod">
          <ac:chgData name="Adrien Osakwe" userId="7a3e290c-eb83-484b-8e3d-d46ef2333477" providerId="ADAL" clId="{516F4981-D9C8-4339-9685-B0B88EA45B28}" dt="2026-08-11T03:31:11.615" v="2"/>
          <ac:spMkLst>
            <pc:docMk/>
            <pc:sldMk cId="3587535936" sldId="320"/>
            <ac:spMk id="5" creationId="{FF0E537B-23E9-775D-FB04-2EF0B8C1B4CF}"/>
          </ac:spMkLst>
        </pc:spChg>
      </pc:sldChg>
      <pc:sldChg chg="modSp mod">
        <pc:chgData name="Adrien Osakwe" userId="7a3e290c-eb83-484b-8e3d-d46ef2333477" providerId="ADAL" clId="{516F4981-D9C8-4339-9685-B0B88EA45B28}" dt="2026-08-11T15:56:18.720" v="3770" actId="27636"/>
        <pc:sldMkLst>
          <pc:docMk/>
          <pc:sldMk cId="3602721871" sldId="321"/>
        </pc:sldMkLst>
        <pc:spChg chg="mod">
          <ac:chgData name="Adrien Osakwe" userId="7a3e290c-eb83-484b-8e3d-d46ef2333477" providerId="ADAL" clId="{516F4981-D9C8-4339-9685-B0B88EA45B28}" dt="2026-08-11T15:56:18.720" v="3770" actId="27636"/>
          <ac:spMkLst>
            <pc:docMk/>
            <pc:sldMk cId="3602721871" sldId="321"/>
            <ac:spMk id="3" creationId="{8296774D-2E53-E4B2-B8EA-360BC110FD38}"/>
          </ac:spMkLst>
        </pc:spChg>
      </pc:sldChg>
      <pc:sldChg chg="modSp add mod">
        <pc:chgData name="Adrien Osakwe" userId="7a3e290c-eb83-484b-8e3d-d46ef2333477" providerId="ADAL" clId="{516F4981-D9C8-4339-9685-B0B88EA45B28}" dt="2026-08-11T15:56:36.461" v="3774" actId="20577"/>
        <pc:sldMkLst>
          <pc:docMk/>
          <pc:sldMk cId="72533941" sldId="322"/>
        </pc:sldMkLst>
        <pc:spChg chg="mod">
          <ac:chgData name="Adrien Osakwe" userId="7a3e290c-eb83-484b-8e3d-d46ef2333477" providerId="ADAL" clId="{516F4981-D9C8-4339-9685-B0B88EA45B28}" dt="2026-08-11T15:56:36.461" v="3774" actId="20577"/>
          <ac:spMkLst>
            <pc:docMk/>
            <pc:sldMk cId="72533941" sldId="322"/>
            <ac:spMk id="3" creationId="{DF909B56-63ED-A6A0-7DDF-B5543CA84986}"/>
          </ac:spMkLst>
        </pc:spChg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3545620837" sldId="322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4028967058" sldId="322"/>
        </pc:sldMkLst>
      </pc:sldChg>
      <pc:sldChg chg="modSp mod">
        <pc:chgData name="Adrien Osakwe" userId="7a3e290c-eb83-484b-8e3d-d46ef2333477" providerId="ADAL" clId="{516F4981-D9C8-4339-9685-B0B88EA45B28}" dt="2026-08-11T15:56:40.688" v="3776" actId="20577"/>
        <pc:sldMkLst>
          <pc:docMk/>
          <pc:sldMk cId="2341505858" sldId="324"/>
        </pc:sldMkLst>
        <pc:spChg chg="mod">
          <ac:chgData name="Adrien Osakwe" userId="7a3e290c-eb83-484b-8e3d-d46ef2333477" providerId="ADAL" clId="{516F4981-D9C8-4339-9685-B0B88EA45B28}" dt="2026-08-11T15:56:40.688" v="3776" actId="20577"/>
          <ac:spMkLst>
            <pc:docMk/>
            <pc:sldMk cId="2341505858" sldId="324"/>
            <ac:spMk id="3" creationId="{154509B3-1BE7-E9C4-5DF5-A583F50756B6}"/>
          </ac:spMkLst>
        </pc:spChg>
      </pc:sldChg>
      <pc:sldChg chg="modSp del mod">
        <pc:chgData name="Adrien Osakwe" userId="7a3e290c-eb83-484b-8e3d-d46ef2333477" providerId="ADAL" clId="{516F4981-D9C8-4339-9685-B0B88EA45B28}" dt="2026-08-11T20:16:25.082" v="7780" actId="47"/>
        <pc:sldMkLst>
          <pc:docMk/>
          <pc:sldMk cId="940167082" sldId="326"/>
        </pc:sldMkLst>
        <pc:spChg chg="mod">
          <ac:chgData name="Adrien Osakwe" userId="7a3e290c-eb83-484b-8e3d-d46ef2333477" providerId="ADAL" clId="{516F4981-D9C8-4339-9685-B0B88EA45B28}" dt="2026-08-11T03:32:10.734" v="37" actId="20577"/>
          <ac:spMkLst>
            <pc:docMk/>
            <pc:sldMk cId="940167082" sldId="326"/>
            <ac:spMk id="3" creationId="{74130F42-8D26-FE92-B842-3D5721CA7F7D}"/>
          </ac:spMkLst>
        </pc:spChg>
        <pc:spChg chg="mod">
          <ac:chgData name="Adrien Osakwe" userId="7a3e290c-eb83-484b-8e3d-d46ef2333477" providerId="ADAL" clId="{516F4981-D9C8-4339-9685-B0B88EA45B28}" dt="2026-08-11T03:32:28.460" v="46" actId="20577"/>
          <ac:spMkLst>
            <pc:docMk/>
            <pc:sldMk cId="940167082" sldId="326"/>
            <ac:spMk id="4" creationId="{51138A0C-5E7B-B43A-A677-D0F279CA3B78}"/>
          </ac:spMkLst>
        </pc:spChg>
      </pc:sldChg>
      <pc:sldChg chg="addSp modSp mod">
        <pc:chgData name="Adrien Osakwe" userId="7a3e290c-eb83-484b-8e3d-d46ef2333477" providerId="ADAL" clId="{516F4981-D9C8-4339-9685-B0B88EA45B28}" dt="2026-08-11T03:57:28.642" v="1679" actId="1076"/>
        <pc:sldMkLst>
          <pc:docMk/>
          <pc:sldMk cId="775350422" sldId="327"/>
        </pc:sldMkLst>
        <pc:spChg chg="mod">
          <ac:chgData name="Adrien Osakwe" userId="7a3e290c-eb83-484b-8e3d-d46ef2333477" providerId="ADAL" clId="{516F4981-D9C8-4339-9685-B0B88EA45B28}" dt="2026-08-11T03:57:24.649" v="1677" actId="27636"/>
          <ac:spMkLst>
            <pc:docMk/>
            <pc:sldMk cId="775350422" sldId="327"/>
            <ac:spMk id="3" creationId="{84AF7830-BAE2-3180-F8C1-9C534AA700C8}"/>
          </ac:spMkLst>
        </pc:spChg>
        <pc:picChg chg="add mod">
          <ac:chgData name="Adrien Osakwe" userId="7a3e290c-eb83-484b-8e3d-d46ef2333477" providerId="ADAL" clId="{516F4981-D9C8-4339-9685-B0B88EA45B28}" dt="2026-08-11T03:57:28.642" v="1679" actId="1076"/>
          <ac:picMkLst>
            <pc:docMk/>
            <pc:sldMk cId="775350422" sldId="327"/>
            <ac:picMk id="4" creationId="{D27F4A7D-677B-CC4F-94AF-E19F273CC5FC}"/>
          </ac:picMkLst>
        </pc:picChg>
      </pc:sldChg>
      <pc:sldChg chg="addSp delSp modSp mod">
        <pc:chgData name="Adrien Osakwe" userId="7a3e290c-eb83-484b-8e3d-d46ef2333477" providerId="ADAL" clId="{516F4981-D9C8-4339-9685-B0B88EA45B28}" dt="2026-08-11T15:47:15.727" v="3548" actId="14100"/>
        <pc:sldMkLst>
          <pc:docMk/>
          <pc:sldMk cId="4003429187" sldId="328"/>
        </pc:sldMkLst>
        <pc:spChg chg="mod">
          <ac:chgData name="Adrien Osakwe" userId="7a3e290c-eb83-484b-8e3d-d46ef2333477" providerId="ADAL" clId="{516F4981-D9C8-4339-9685-B0B88EA45B28}" dt="2026-08-11T15:46:58.452" v="3540" actId="20577"/>
          <ac:spMkLst>
            <pc:docMk/>
            <pc:sldMk cId="4003429187" sldId="328"/>
            <ac:spMk id="3" creationId="{33D959FC-3BD5-F79B-6D54-99514B14242D}"/>
          </ac:spMkLst>
        </pc:spChg>
        <pc:picChg chg="add del mod">
          <ac:chgData name="Adrien Osakwe" userId="7a3e290c-eb83-484b-8e3d-d46ef2333477" providerId="ADAL" clId="{516F4981-D9C8-4339-9685-B0B88EA45B28}" dt="2026-08-11T15:46:13.504" v="3526" actId="478"/>
          <ac:picMkLst>
            <pc:docMk/>
            <pc:sldMk cId="4003429187" sldId="328"/>
            <ac:picMk id="5" creationId="{5CBD1747-2E4F-2EE3-CB18-9C562FDAC872}"/>
          </ac:picMkLst>
        </pc:picChg>
        <pc:picChg chg="add mod modCrop">
          <ac:chgData name="Adrien Osakwe" userId="7a3e290c-eb83-484b-8e3d-d46ef2333477" providerId="ADAL" clId="{516F4981-D9C8-4339-9685-B0B88EA45B28}" dt="2026-08-11T15:47:15.727" v="3548" actId="14100"/>
          <ac:picMkLst>
            <pc:docMk/>
            <pc:sldMk cId="4003429187" sldId="328"/>
            <ac:picMk id="7" creationId="{908967C0-CAC0-F0BE-95BC-3B9A8632E04F}"/>
          </ac:picMkLst>
        </pc:picChg>
        <pc:picChg chg="add mod">
          <ac:chgData name="Adrien Osakwe" userId="7a3e290c-eb83-484b-8e3d-d46ef2333477" providerId="ADAL" clId="{516F4981-D9C8-4339-9685-B0B88EA45B28}" dt="2026-08-11T15:47:11.958" v="3546" actId="1076"/>
          <ac:picMkLst>
            <pc:docMk/>
            <pc:sldMk cId="4003429187" sldId="328"/>
            <ac:picMk id="9" creationId="{351324C2-C86F-1719-48FD-DD74BBD303ED}"/>
          </ac:picMkLst>
        </pc:picChg>
      </pc:sldChg>
      <pc:sldChg chg="modSp mod">
        <pc:chgData name="Adrien Osakwe" userId="7a3e290c-eb83-484b-8e3d-d46ef2333477" providerId="ADAL" clId="{516F4981-D9C8-4339-9685-B0B88EA45B28}" dt="2026-08-11T15:49:10.751" v="3645" actId="20577"/>
        <pc:sldMkLst>
          <pc:docMk/>
          <pc:sldMk cId="393444062" sldId="329"/>
        </pc:sldMkLst>
        <pc:spChg chg="mod">
          <ac:chgData name="Adrien Osakwe" userId="7a3e290c-eb83-484b-8e3d-d46ef2333477" providerId="ADAL" clId="{516F4981-D9C8-4339-9685-B0B88EA45B28}" dt="2026-08-11T15:49:10.751" v="3645" actId="20577"/>
          <ac:spMkLst>
            <pc:docMk/>
            <pc:sldMk cId="393444062" sldId="329"/>
            <ac:spMk id="3" creationId="{7A8B01C4-F07D-5AFC-E80E-CFFC6E8449AA}"/>
          </ac:spMkLst>
        </pc:spChg>
        <pc:picChg chg="mod">
          <ac:chgData name="Adrien Osakwe" userId="7a3e290c-eb83-484b-8e3d-d46ef2333477" providerId="ADAL" clId="{516F4981-D9C8-4339-9685-B0B88EA45B28}" dt="2026-08-11T15:48:46.623" v="3574" actId="14100"/>
          <ac:picMkLst>
            <pc:docMk/>
            <pc:sldMk cId="393444062" sldId="329"/>
            <ac:picMk id="3074" creationId="{1BF0D96D-2C04-31BD-E443-6DBBF624B2A9}"/>
          </ac:picMkLst>
        </pc:picChg>
      </pc:sldChg>
      <pc:sldChg chg="addSp modSp mod">
        <pc:chgData name="Adrien Osakwe" userId="7a3e290c-eb83-484b-8e3d-d46ef2333477" providerId="ADAL" clId="{516F4981-D9C8-4339-9685-B0B88EA45B28}" dt="2026-08-11T19:52:41.642" v="5411" actId="1076"/>
        <pc:sldMkLst>
          <pc:docMk/>
          <pc:sldMk cId="3227588993" sldId="330"/>
        </pc:sldMkLst>
        <pc:spChg chg="mod">
          <ac:chgData name="Adrien Osakwe" userId="7a3e290c-eb83-484b-8e3d-d46ef2333477" providerId="ADAL" clId="{516F4981-D9C8-4339-9685-B0B88EA45B28}" dt="2026-08-11T19:52:07.208" v="5405" actId="14100"/>
          <ac:spMkLst>
            <pc:docMk/>
            <pc:sldMk cId="3227588993" sldId="330"/>
            <ac:spMk id="3" creationId="{7DCCE7DF-BA51-40A0-87CD-24710734241B}"/>
          </ac:spMkLst>
        </pc:spChg>
        <pc:picChg chg="add mod">
          <ac:chgData name="Adrien Osakwe" userId="7a3e290c-eb83-484b-8e3d-d46ef2333477" providerId="ADAL" clId="{516F4981-D9C8-4339-9685-B0B88EA45B28}" dt="2026-08-11T19:52:41.642" v="5411" actId="1076"/>
          <ac:picMkLst>
            <pc:docMk/>
            <pc:sldMk cId="3227588993" sldId="330"/>
            <ac:picMk id="5" creationId="{9AC9EF9F-AA89-2962-AD81-D0325A523787}"/>
          </ac:picMkLst>
        </pc:picChg>
      </pc:sldChg>
      <pc:sldChg chg="addSp modSp mod">
        <pc:chgData name="Adrien Osakwe" userId="7a3e290c-eb83-484b-8e3d-d46ef2333477" providerId="ADAL" clId="{516F4981-D9C8-4339-9685-B0B88EA45B28}" dt="2026-08-11T19:51:51.762" v="5403" actId="1076"/>
        <pc:sldMkLst>
          <pc:docMk/>
          <pc:sldMk cId="3482164999" sldId="331"/>
        </pc:sldMkLst>
        <pc:spChg chg="mod">
          <ac:chgData name="Adrien Osakwe" userId="7a3e290c-eb83-484b-8e3d-d46ef2333477" providerId="ADAL" clId="{516F4981-D9C8-4339-9685-B0B88EA45B28}" dt="2026-08-11T19:51:48.432" v="5401" actId="14100"/>
          <ac:spMkLst>
            <pc:docMk/>
            <pc:sldMk cId="3482164999" sldId="331"/>
            <ac:spMk id="3" creationId="{EDBEC63F-928F-16B3-F9AA-1A86345569A5}"/>
          </ac:spMkLst>
        </pc:spChg>
        <pc:picChg chg="add mod">
          <ac:chgData name="Adrien Osakwe" userId="7a3e290c-eb83-484b-8e3d-d46ef2333477" providerId="ADAL" clId="{516F4981-D9C8-4339-9685-B0B88EA45B28}" dt="2026-08-11T19:51:51.762" v="5403" actId="1076"/>
          <ac:picMkLst>
            <pc:docMk/>
            <pc:sldMk cId="3482164999" sldId="331"/>
            <ac:picMk id="5" creationId="{0BFEA93D-1FCC-F32D-990C-05DA86D5E96D}"/>
          </ac:picMkLst>
        </pc:picChg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620605204" sldId="333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2559881902" sldId="333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3906011366" sldId="333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533136476" sldId="355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1048594591" sldId="355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3898672664" sldId="355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83320364" sldId="356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824051499" sldId="356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2551635768" sldId="356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541003190" sldId="402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1029211281" sldId="402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4141671523" sldId="402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1247047046" sldId="403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2647634623" sldId="403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3428118430" sldId="403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67142368" sldId="404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2159578298" sldId="404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3081280313" sldId="404"/>
        </pc:sldMkLst>
      </pc:sldChg>
      <pc:sldChg chg="add del">
        <pc:chgData name="Adrien Osakwe" userId="7a3e290c-eb83-484b-8e3d-d46ef2333477" providerId="ADAL" clId="{516F4981-D9C8-4339-9685-B0B88EA45B28}" dt="2026-08-11T15:56:30.309" v="3771" actId="2696"/>
        <pc:sldMkLst>
          <pc:docMk/>
          <pc:sldMk cId="2374838861" sldId="405"/>
        </pc:sldMkLst>
      </pc:sldChg>
      <pc:sldChg chg="del">
        <pc:chgData name="Adrien Osakwe" userId="7a3e290c-eb83-484b-8e3d-d46ef2333477" providerId="ADAL" clId="{516F4981-D9C8-4339-9685-B0B88EA45B28}" dt="2026-08-11T15:44:18.947" v="3521" actId="2696"/>
        <pc:sldMkLst>
          <pc:docMk/>
          <pc:sldMk cId="2860464347" sldId="405"/>
        </pc:sldMkLst>
      </pc:sldChg>
      <pc:sldChg chg="add">
        <pc:chgData name="Adrien Osakwe" userId="7a3e290c-eb83-484b-8e3d-d46ef2333477" providerId="ADAL" clId="{516F4981-D9C8-4339-9685-B0B88EA45B28}" dt="2026-08-11T15:56:33.735" v="3772"/>
        <pc:sldMkLst>
          <pc:docMk/>
          <pc:sldMk cId="3338458165" sldId="405"/>
        </pc:sldMkLst>
      </pc:sldChg>
      <pc:sldChg chg="addSp modSp mod">
        <pc:chgData name="Adrien Osakwe" userId="7a3e290c-eb83-484b-8e3d-d46ef2333477" providerId="ADAL" clId="{516F4981-D9C8-4339-9685-B0B88EA45B28}" dt="2026-08-11T04:06:02.891" v="1885" actId="1076"/>
        <pc:sldMkLst>
          <pc:docMk/>
          <pc:sldMk cId="4107645974" sldId="406"/>
        </pc:sldMkLst>
        <pc:spChg chg="mod">
          <ac:chgData name="Adrien Osakwe" userId="7a3e290c-eb83-484b-8e3d-d46ef2333477" providerId="ADAL" clId="{516F4981-D9C8-4339-9685-B0B88EA45B28}" dt="2026-08-11T04:05:53.130" v="1883" actId="6549"/>
          <ac:spMkLst>
            <pc:docMk/>
            <pc:sldMk cId="4107645974" sldId="406"/>
            <ac:spMk id="3" creationId="{ACB875C8-BD73-F266-4045-06FC436A35AA}"/>
          </ac:spMkLst>
        </pc:spChg>
        <pc:picChg chg="add mod modCrop">
          <ac:chgData name="Adrien Osakwe" userId="7a3e290c-eb83-484b-8e3d-d46ef2333477" providerId="ADAL" clId="{516F4981-D9C8-4339-9685-B0B88EA45B28}" dt="2026-08-11T04:05:56.935" v="1884" actId="1076"/>
          <ac:picMkLst>
            <pc:docMk/>
            <pc:sldMk cId="4107645974" sldId="406"/>
            <ac:picMk id="5" creationId="{EA0355F1-DDBE-FD70-D0E2-5E76497DC699}"/>
          </ac:picMkLst>
        </pc:picChg>
        <pc:picChg chg="mod">
          <ac:chgData name="Adrien Osakwe" userId="7a3e290c-eb83-484b-8e3d-d46ef2333477" providerId="ADAL" clId="{516F4981-D9C8-4339-9685-B0B88EA45B28}" dt="2026-08-11T04:06:02.891" v="1885" actId="1076"/>
          <ac:picMkLst>
            <pc:docMk/>
            <pc:sldMk cId="4107645974" sldId="406"/>
            <ac:picMk id="1028" creationId="{C0119C7F-7394-3714-73BC-BFB0C9254886}"/>
          </ac:picMkLst>
        </pc:picChg>
      </pc:sldChg>
      <pc:sldChg chg="modSp mod">
        <pc:chgData name="Adrien Osakwe" userId="7a3e290c-eb83-484b-8e3d-d46ef2333477" providerId="ADAL" clId="{516F4981-D9C8-4339-9685-B0B88EA45B28}" dt="2026-08-11T20:05:25.732" v="7053" actId="207"/>
        <pc:sldMkLst>
          <pc:docMk/>
          <pc:sldMk cId="159122328" sldId="407"/>
        </pc:sldMkLst>
        <pc:spChg chg="mod">
          <ac:chgData name="Adrien Osakwe" userId="7a3e290c-eb83-484b-8e3d-d46ef2333477" providerId="ADAL" clId="{516F4981-D9C8-4339-9685-B0B88EA45B28}" dt="2026-08-11T20:05:25.732" v="7053" actId="207"/>
          <ac:spMkLst>
            <pc:docMk/>
            <pc:sldMk cId="159122328" sldId="407"/>
            <ac:spMk id="2" creationId="{FB0A71D6-6839-5BF1-8658-F5434E944637}"/>
          </ac:spMkLst>
        </pc:spChg>
        <pc:spChg chg="mod">
          <ac:chgData name="Adrien Osakwe" userId="7a3e290c-eb83-484b-8e3d-d46ef2333477" providerId="ADAL" clId="{516F4981-D9C8-4339-9685-B0B88EA45B28}" dt="2026-08-11T16:14:41.707" v="5252" actId="1037"/>
          <ac:spMkLst>
            <pc:docMk/>
            <pc:sldMk cId="159122328" sldId="407"/>
            <ac:spMk id="3" creationId="{A8630208-B0A3-BF37-2E91-C5BEDBE32A4C}"/>
          </ac:spMkLst>
        </pc:spChg>
        <pc:picChg chg="mod">
          <ac:chgData name="Adrien Osakwe" userId="7a3e290c-eb83-484b-8e3d-d46ef2333477" providerId="ADAL" clId="{516F4981-D9C8-4339-9685-B0B88EA45B28}" dt="2026-08-11T04:07:43.498" v="2074" actId="1076"/>
          <ac:picMkLst>
            <pc:docMk/>
            <pc:sldMk cId="159122328" sldId="407"/>
            <ac:picMk id="2050" creationId="{9CF5CCEC-6197-2DAD-9421-BAA0EB1C11E7}"/>
          </ac:picMkLst>
        </pc:picChg>
      </pc:sldChg>
      <pc:sldChg chg="modSp del mod">
        <pc:chgData name="Adrien Osakwe" userId="7a3e290c-eb83-484b-8e3d-d46ef2333477" providerId="ADAL" clId="{516F4981-D9C8-4339-9685-B0B88EA45B28}" dt="2026-08-11T04:08:49.584" v="2088" actId="47"/>
        <pc:sldMkLst>
          <pc:docMk/>
          <pc:sldMk cId="3153814840" sldId="408"/>
        </pc:sldMkLst>
        <pc:spChg chg="mod">
          <ac:chgData name="Adrien Osakwe" userId="7a3e290c-eb83-484b-8e3d-d46ef2333477" providerId="ADAL" clId="{516F4981-D9C8-4339-9685-B0B88EA45B28}" dt="2026-08-11T04:08:37.998" v="2080" actId="21"/>
          <ac:spMkLst>
            <pc:docMk/>
            <pc:sldMk cId="3153814840" sldId="408"/>
            <ac:spMk id="2" creationId="{168557DF-C670-BB63-1A98-E92279E25631}"/>
          </ac:spMkLst>
        </pc:spChg>
        <pc:spChg chg="mod">
          <ac:chgData name="Adrien Osakwe" userId="7a3e290c-eb83-484b-8e3d-d46ef2333477" providerId="ADAL" clId="{516F4981-D9C8-4339-9685-B0B88EA45B28}" dt="2026-08-11T04:08:43.837" v="2082" actId="21"/>
          <ac:spMkLst>
            <pc:docMk/>
            <pc:sldMk cId="3153814840" sldId="408"/>
            <ac:spMk id="3" creationId="{AB27973F-38C9-227B-CB7C-B3594BC15340}"/>
          </ac:spMkLst>
        </pc:spChg>
      </pc:sldChg>
      <pc:sldChg chg="addSp delSp modSp mod">
        <pc:chgData name="Adrien Osakwe" userId="7a3e290c-eb83-484b-8e3d-d46ef2333477" providerId="ADAL" clId="{516F4981-D9C8-4339-9685-B0B88EA45B28}" dt="2026-08-11T16:48:20.397" v="5281" actId="1076"/>
        <pc:sldMkLst>
          <pc:docMk/>
          <pc:sldMk cId="604635962" sldId="409"/>
        </pc:sldMkLst>
        <pc:spChg chg="del">
          <ac:chgData name="Adrien Osakwe" userId="7a3e290c-eb83-484b-8e3d-d46ef2333477" providerId="ADAL" clId="{516F4981-D9C8-4339-9685-B0B88EA45B28}" dt="2026-08-11T03:50:44.209" v="1165" actId="478"/>
          <ac:spMkLst>
            <pc:docMk/>
            <pc:sldMk cId="604635962" sldId="409"/>
            <ac:spMk id="3" creationId="{0A2F44FD-8BC2-5366-A460-E2D717E68A8F}"/>
          </ac:spMkLst>
        </pc:spChg>
        <pc:spChg chg="del">
          <ac:chgData name="Adrien Osakwe" userId="7a3e290c-eb83-484b-8e3d-d46ef2333477" providerId="ADAL" clId="{516F4981-D9C8-4339-9685-B0B88EA45B28}" dt="2026-08-11T03:50:45.114" v="1166" actId="478"/>
          <ac:spMkLst>
            <pc:docMk/>
            <pc:sldMk cId="604635962" sldId="409"/>
            <ac:spMk id="4" creationId="{97C619F2-BF84-BD40-C738-EEC5CA56153D}"/>
          </ac:spMkLst>
        </pc:spChg>
        <pc:spChg chg="add mod">
          <ac:chgData name="Adrien Osakwe" userId="7a3e290c-eb83-484b-8e3d-d46ef2333477" providerId="ADAL" clId="{516F4981-D9C8-4339-9685-B0B88EA45B28}" dt="2026-08-11T16:48:17.076" v="5279" actId="1076"/>
          <ac:spMkLst>
            <pc:docMk/>
            <pc:sldMk cId="604635962" sldId="409"/>
            <ac:spMk id="5" creationId="{FB95EC42-55E9-3065-2C15-DCA3C1217214}"/>
          </ac:spMkLst>
        </pc:spChg>
        <pc:picChg chg="add mod">
          <ac:chgData name="Adrien Osakwe" userId="7a3e290c-eb83-484b-8e3d-d46ef2333477" providerId="ADAL" clId="{516F4981-D9C8-4339-9685-B0B88EA45B28}" dt="2026-08-11T16:48:20.397" v="5281" actId="1076"/>
          <ac:picMkLst>
            <pc:docMk/>
            <pc:sldMk cId="604635962" sldId="409"/>
            <ac:picMk id="4" creationId="{8F64369A-0A5E-BAA3-BD5A-43AEA8A7B7AA}"/>
          </ac:picMkLst>
        </pc:picChg>
        <pc:picChg chg="add mod">
          <ac:chgData name="Adrien Osakwe" userId="7a3e290c-eb83-484b-8e3d-d46ef2333477" providerId="ADAL" clId="{516F4981-D9C8-4339-9685-B0B88EA45B28}" dt="2026-08-11T16:48:10.458" v="5276" actId="14100"/>
          <ac:picMkLst>
            <pc:docMk/>
            <pc:sldMk cId="604635962" sldId="409"/>
            <ac:picMk id="6" creationId="{E8C5C767-BED9-3AB8-B0E6-63B06A052F14}"/>
          </ac:picMkLst>
        </pc:picChg>
      </pc:sldChg>
      <pc:sldChg chg="addSp delSp modSp mod">
        <pc:chgData name="Adrien Osakwe" userId="7a3e290c-eb83-484b-8e3d-d46ef2333477" providerId="ADAL" clId="{516F4981-D9C8-4339-9685-B0B88EA45B28}" dt="2026-08-11T15:53:55.301" v="3661" actId="115"/>
        <pc:sldMkLst>
          <pc:docMk/>
          <pc:sldMk cId="981103045" sldId="410"/>
        </pc:sldMkLst>
        <pc:spChg chg="mod">
          <ac:chgData name="Adrien Osakwe" userId="7a3e290c-eb83-484b-8e3d-d46ef2333477" providerId="ADAL" clId="{516F4981-D9C8-4339-9685-B0B88EA45B28}" dt="2026-08-11T03:55:55.624" v="1609" actId="20577"/>
          <ac:spMkLst>
            <pc:docMk/>
            <pc:sldMk cId="981103045" sldId="410"/>
            <ac:spMk id="2" creationId="{0E3F8D0A-0BEA-604C-3AAC-1AB4A8B4EBF5}"/>
          </ac:spMkLst>
        </pc:spChg>
        <pc:spChg chg="mod">
          <ac:chgData name="Adrien Osakwe" userId="7a3e290c-eb83-484b-8e3d-d46ef2333477" providerId="ADAL" clId="{516F4981-D9C8-4339-9685-B0B88EA45B28}" dt="2026-08-11T15:53:55.301" v="3661" actId="115"/>
          <ac:spMkLst>
            <pc:docMk/>
            <pc:sldMk cId="981103045" sldId="410"/>
            <ac:spMk id="3" creationId="{311A497D-7B3A-420F-9347-CF4D7D0528AA}"/>
          </ac:spMkLst>
        </pc:spChg>
        <pc:spChg chg="del mod">
          <ac:chgData name="Adrien Osakwe" userId="7a3e290c-eb83-484b-8e3d-d46ef2333477" providerId="ADAL" clId="{516F4981-D9C8-4339-9685-B0B88EA45B28}" dt="2026-08-11T03:55:45.111" v="1596" actId="478"/>
          <ac:spMkLst>
            <pc:docMk/>
            <pc:sldMk cId="981103045" sldId="410"/>
            <ac:spMk id="4" creationId="{1D0FF61C-E3B4-EFBC-AB33-F434CCAFF490}"/>
          </ac:spMkLst>
        </pc:spChg>
        <pc:spChg chg="add mod">
          <ac:chgData name="Adrien Osakwe" userId="7a3e290c-eb83-484b-8e3d-d46ef2333477" providerId="ADAL" clId="{516F4981-D9C8-4339-9685-B0B88EA45B28}" dt="2026-08-11T15:36:40.054" v="3423" actId="164"/>
          <ac:spMkLst>
            <pc:docMk/>
            <pc:sldMk cId="981103045" sldId="410"/>
            <ac:spMk id="7" creationId="{29B0E79C-DC58-1318-A404-826156824F70}"/>
          </ac:spMkLst>
        </pc:spChg>
        <pc:grpChg chg="add mod">
          <ac:chgData name="Adrien Osakwe" userId="7a3e290c-eb83-484b-8e3d-d46ef2333477" providerId="ADAL" clId="{516F4981-D9C8-4339-9685-B0B88EA45B28}" dt="2026-08-11T15:36:40.054" v="3423" actId="164"/>
          <ac:grpSpMkLst>
            <pc:docMk/>
            <pc:sldMk cId="981103045" sldId="410"/>
            <ac:grpSpMk id="8" creationId="{BB3F4D41-E93C-A097-2B44-640F451B4C42}"/>
          </ac:grpSpMkLst>
        </pc:grpChg>
        <pc:picChg chg="add mod">
          <ac:chgData name="Adrien Osakwe" userId="7a3e290c-eb83-484b-8e3d-d46ef2333477" providerId="ADAL" clId="{516F4981-D9C8-4339-9685-B0B88EA45B28}" dt="2026-08-11T15:31:46.260" v="3360" actId="1076"/>
          <ac:picMkLst>
            <pc:docMk/>
            <pc:sldMk cId="981103045" sldId="410"/>
            <ac:picMk id="4" creationId="{71068A26-4012-F0FD-6ACE-F576E55BD9AE}"/>
          </ac:picMkLst>
        </pc:picChg>
        <pc:picChg chg="add mod">
          <ac:chgData name="Adrien Osakwe" userId="7a3e290c-eb83-484b-8e3d-d46ef2333477" providerId="ADAL" clId="{516F4981-D9C8-4339-9685-B0B88EA45B28}" dt="2026-08-11T15:36:40.054" v="3423" actId="164"/>
          <ac:picMkLst>
            <pc:docMk/>
            <pc:sldMk cId="981103045" sldId="410"/>
            <ac:picMk id="6" creationId="{2D71F02B-5E89-74C9-A19A-331334628785}"/>
          </ac:picMkLst>
        </pc:picChg>
      </pc:sldChg>
      <pc:sldChg chg="addSp delSp modSp mod">
        <pc:chgData name="Adrien Osakwe" userId="7a3e290c-eb83-484b-8e3d-d46ef2333477" providerId="ADAL" clId="{516F4981-D9C8-4339-9685-B0B88EA45B28}" dt="2026-08-11T16:48:04.797" v="5273" actId="21"/>
        <pc:sldMkLst>
          <pc:docMk/>
          <pc:sldMk cId="37029868" sldId="413"/>
        </pc:sldMkLst>
        <pc:spChg chg="mod">
          <ac:chgData name="Adrien Osakwe" userId="7a3e290c-eb83-484b-8e3d-d46ef2333477" providerId="ADAL" clId="{516F4981-D9C8-4339-9685-B0B88EA45B28}" dt="2026-08-11T16:47:47.627" v="5268" actId="20577"/>
          <ac:spMkLst>
            <pc:docMk/>
            <pc:sldMk cId="37029868" sldId="413"/>
            <ac:spMk id="3" creationId="{46798B0B-5D5D-D6AE-7CE9-0D0F9134C1AA}"/>
          </ac:spMkLst>
        </pc:spChg>
        <pc:spChg chg="del">
          <ac:chgData name="Adrien Osakwe" userId="7a3e290c-eb83-484b-8e3d-d46ef2333477" providerId="ADAL" clId="{516F4981-D9C8-4339-9685-B0B88EA45B28}" dt="2026-08-11T03:46:44.250" v="733" actId="478"/>
          <ac:spMkLst>
            <pc:docMk/>
            <pc:sldMk cId="37029868" sldId="413"/>
            <ac:spMk id="4" creationId="{2210F72E-F74F-F77F-BFBA-11A42F6D9677}"/>
          </ac:spMkLst>
        </pc:spChg>
        <pc:picChg chg="add del mod">
          <ac:chgData name="Adrien Osakwe" userId="7a3e290c-eb83-484b-8e3d-d46ef2333477" providerId="ADAL" clId="{516F4981-D9C8-4339-9685-B0B88EA45B28}" dt="2026-08-11T16:48:04.797" v="5273" actId="21"/>
          <ac:picMkLst>
            <pc:docMk/>
            <pc:sldMk cId="37029868" sldId="413"/>
            <ac:picMk id="5" creationId="{D6410C9F-D36D-F231-CA6D-DA25435615C2}"/>
          </ac:picMkLst>
        </pc:picChg>
      </pc:sldChg>
      <pc:sldChg chg="modSp del mod">
        <pc:chgData name="Adrien Osakwe" userId="7a3e290c-eb83-484b-8e3d-d46ef2333477" providerId="ADAL" clId="{516F4981-D9C8-4339-9685-B0B88EA45B28}" dt="2026-08-11T03:45:02.394" v="732" actId="47"/>
        <pc:sldMkLst>
          <pc:docMk/>
          <pc:sldMk cId="2087459769" sldId="414"/>
        </pc:sldMkLst>
        <pc:spChg chg="mod">
          <ac:chgData name="Adrien Osakwe" userId="7a3e290c-eb83-484b-8e3d-d46ef2333477" providerId="ADAL" clId="{516F4981-D9C8-4339-9685-B0B88EA45B28}" dt="2026-08-11T03:44:59.455" v="731" actId="1076"/>
          <ac:spMkLst>
            <pc:docMk/>
            <pc:sldMk cId="2087459769" sldId="414"/>
            <ac:spMk id="3" creationId="{26143BDB-1110-0E87-4DCE-2BD98F7F5DBE}"/>
          </ac:spMkLst>
        </pc:spChg>
      </pc:sldChg>
      <pc:sldChg chg="new del ord">
        <pc:chgData name="Adrien Osakwe" userId="7a3e290c-eb83-484b-8e3d-d46ef2333477" providerId="ADAL" clId="{516F4981-D9C8-4339-9685-B0B88EA45B28}" dt="2026-08-11T03:35:58.556" v="371" actId="47"/>
        <pc:sldMkLst>
          <pc:docMk/>
          <pc:sldMk cId="1688643550" sldId="415"/>
        </pc:sldMkLst>
      </pc:sldChg>
      <pc:sldChg chg="modSp new mod">
        <pc:chgData name="Adrien Osakwe" userId="7a3e290c-eb83-484b-8e3d-d46ef2333477" providerId="ADAL" clId="{516F4981-D9C8-4339-9685-B0B88EA45B28}" dt="2026-08-11T03:55:31.645" v="1577" actId="20577"/>
        <pc:sldMkLst>
          <pc:docMk/>
          <pc:sldMk cId="2950609981" sldId="415"/>
        </pc:sldMkLst>
        <pc:spChg chg="mod">
          <ac:chgData name="Adrien Osakwe" userId="7a3e290c-eb83-484b-8e3d-d46ef2333477" providerId="ADAL" clId="{516F4981-D9C8-4339-9685-B0B88EA45B28}" dt="2026-08-11T03:36:08.625" v="385" actId="20577"/>
          <ac:spMkLst>
            <pc:docMk/>
            <pc:sldMk cId="2950609981" sldId="415"/>
            <ac:spMk id="2" creationId="{260F072D-5283-F238-3C41-44F306305CEC}"/>
          </ac:spMkLst>
        </pc:spChg>
        <pc:spChg chg="mod">
          <ac:chgData name="Adrien Osakwe" userId="7a3e290c-eb83-484b-8e3d-d46ef2333477" providerId="ADAL" clId="{516F4981-D9C8-4339-9685-B0B88EA45B28}" dt="2026-08-11T03:55:31.645" v="1577" actId="20577"/>
          <ac:spMkLst>
            <pc:docMk/>
            <pc:sldMk cId="2950609981" sldId="415"/>
            <ac:spMk id="3" creationId="{7827244C-619B-07FE-BD5D-98C98E898AE4}"/>
          </ac:spMkLst>
        </pc:spChg>
      </pc:sldChg>
      <pc:sldChg chg="new del">
        <pc:chgData name="Adrien Osakwe" userId="7a3e290c-eb83-484b-8e3d-d46ef2333477" providerId="ADAL" clId="{516F4981-D9C8-4339-9685-B0B88EA45B28}" dt="2026-08-11T03:38:37.853" v="608" actId="47"/>
        <pc:sldMkLst>
          <pc:docMk/>
          <pc:sldMk cId="1388726675" sldId="416"/>
        </pc:sldMkLst>
      </pc:sldChg>
      <pc:sldChg chg="modSp new del mod">
        <pc:chgData name="Adrien Osakwe" userId="7a3e290c-eb83-484b-8e3d-d46ef2333477" providerId="ADAL" clId="{516F4981-D9C8-4339-9685-B0B88EA45B28}" dt="2026-08-11T19:55:16.910" v="5886" actId="47"/>
        <pc:sldMkLst>
          <pc:docMk/>
          <pc:sldMk cId="4034011448" sldId="416"/>
        </pc:sldMkLst>
        <pc:spChg chg="mod">
          <ac:chgData name="Adrien Osakwe" userId="7a3e290c-eb83-484b-8e3d-d46ef2333477" providerId="ADAL" clId="{516F4981-D9C8-4339-9685-B0B88EA45B28}" dt="2026-08-11T16:01:55.609" v="4393" actId="1076"/>
          <ac:spMkLst>
            <pc:docMk/>
            <pc:sldMk cId="4034011448" sldId="416"/>
            <ac:spMk id="2" creationId="{A49566BD-568F-BE0D-05BE-B8FED9C6F115}"/>
          </ac:spMkLst>
        </pc:spChg>
      </pc:sldChg>
      <pc:sldChg chg="modSp add del mod">
        <pc:chgData name="Adrien Osakwe" userId="7a3e290c-eb83-484b-8e3d-d46ef2333477" providerId="ADAL" clId="{516F4981-D9C8-4339-9685-B0B88EA45B28}" dt="2026-08-11T19:57:59.823" v="6337" actId="47"/>
        <pc:sldMkLst>
          <pc:docMk/>
          <pc:sldMk cId="3381146445" sldId="417"/>
        </pc:sldMkLst>
        <pc:spChg chg="mod">
          <ac:chgData name="Adrien Osakwe" userId="7a3e290c-eb83-484b-8e3d-d46ef2333477" providerId="ADAL" clId="{516F4981-D9C8-4339-9685-B0B88EA45B28}" dt="2026-08-11T16:01:40.697" v="4353" actId="1076"/>
          <ac:spMkLst>
            <pc:docMk/>
            <pc:sldMk cId="3381146445" sldId="417"/>
            <ac:spMk id="2" creationId="{B627E931-4B2C-12CE-3BC3-6A5246120671}"/>
          </ac:spMkLst>
        </pc:spChg>
      </pc:sldChg>
      <pc:sldChg chg="modSp add del mod">
        <pc:chgData name="Adrien Osakwe" userId="7a3e290c-eb83-484b-8e3d-d46ef2333477" providerId="ADAL" clId="{516F4981-D9C8-4339-9685-B0B88EA45B28}" dt="2026-08-11T19:59:34.278" v="6529" actId="47"/>
        <pc:sldMkLst>
          <pc:docMk/>
          <pc:sldMk cId="2443216682" sldId="418"/>
        </pc:sldMkLst>
        <pc:spChg chg="mod">
          <ac:chgData name="Adrien Osakwe" userId="7a3e290c-eb83-484b-8e3d-d46ef2333477" providerId="ADAL" clId="{516F4981-D9C8-4339-9685-B0B88EA45B28}" dt="2026-08-11T16:03:17.576" v="4536" actId="1076"/>
          <ac:spMkLst>
            <pc:docMk/>
            <pc:sldMk cId="2443216682" sldId="418"/>
            <ac:spMk id="2" creationId="{34D3CBAE-FCA6-56FF-4630-BA76ACB49392}"/>
          </ac:spMkLst>
        </pc:spChg>
      </pc:sldChg>
      <pc:sldChg chg="add del">
        <pc:chgData name="Adrien Osakwe" userId="7a3e290c-eb83-484b-8e3d-d46ef2333477" providerId="ADAL" clId="{516F4981-D9C8-4339-9685-B0B88EA45B28}" dt="2026-08-11T16:03:27.556" v="4538" actId="47"/>
        <pc:sldMkLst>
          <pc:docMk/>
          <pc:sldMk cId="2255428838" sldId="419"/>
        </pc:sldMkLst>
      </pc:sldChg>
      <pc:sldChg chg="modSp add del mod">
        <pc:chgData name="Adrien Osakwe" userId="7a3e290c-eb83-484b-8e3d-d46ef2333477" providerId="ADAL" clId="{516F4981-D9C8-4339-9685-B0B88EA45B28}" dt="2026-08-11T20:03:33.221" v="7052" actId="47"/>
        <pc:sldMkLst>
          <pc:docMk/>
          <pc:sldMk cId="1724832574" sldId="420"/>
        </pc:sldMkLst>
        <pc:spChg chg="mod">
          <ac:chgData name="Adrien Osakwe" userId="7a3e290c-eb83-484b-8e3d-d46ef2333477" providerId="ADAL" clId="{516F4981-D9C8-4339-9685-B0B88EA45B28}" dt="2026-08-11T16:05:08.973" v="4706" actId="14100"/>
          <ac:spMkLst>
            <pc:docMk/>
            <pc:sldMk cId="1724832574" sldId="420"/>
            <ac:spMk id="2" creationId="{1DC661F8-D6E6-38C4-D1F5-3004261B6511}"/>
          </ac:spMkLst>
        </pc:spChg>
      </pc:sldChg>
      <pc:sldChg chg="modSp add del mod">
        <pc:chgData name="Adrien Osakwe" userId="7a3e290c-eb83-484b-8e3d-d46ef2333477" providerId="ADAL" clId="{516F4981-D9C8-4339-9685-B0B88EA45B28}" dt="2026-08-11T19:53:20.675" v="5543" actId="47"/>
        <pc:sldMkLst>
          <pc:docMk/>
          <pc:sldMk cId="1414395029" sldId="421"/>
        </pc:sldMkLst>
        <pc:spChg chg="mod">
          <ac:chgData name="Adrien Osakwe" userId="7a3e290c-eb83-484b-8e3d-d46ef2333477" providerId="ADAL" clId="{516F4981-D9C8-4339-9685-B0B88EA45B28}" dt="2026-08-11T16:05:32.827" v="4729" actId="1076"/>
          <ac:spMkLst>
            <pc:docMk/>
            <pc:sldMk cId="1414395029" sldId="421"/>
            <ac:spMk id="2" creationId="{D78E5005-F04A-59B4-AAE1-2B9524068593}"/>
          </ac:spMkLst>
        </pc:spChg>
      </pc:sldChg>
      <pc:sldChg chg="modSp add del mod">
        <pc:chgData name="Adrien Osakwe" userId="7a3e290c-eb83-484b-8e3d-d46ef2333477" providerId="ADAL" clId="{516F4981-D9C8-4339-9685-B0B88EA45B28}" dt="2026-08-11T19:54:13.596" v="5808" actId="47"/>
        <pc:sldMkLst>
          <pc:docMk/>
          <pc:sldMk cId="509037345" sldId="422"/>
        </pc:sldMkLst>
        <pc:spChg chg="mod">
          <ac:chgData name="Adrien Osakwe" userId="7a3e290c-eb83-484b-8e3d-d46ef2333477" providerId="ADAL" clId="{516F4981-D9C8-4339-9685-B0B88EA45B28}" dt="2026-08-11T16:05:52.358" v="4774" actId="1076"/>
          <ac:spMkLst>
            <pc:docMk/>
            <pc:sldMk cId="509037345" sldId="422"/>
            <ac:spMk id="2" creationId="{3B0854C0-59B7-A945-9FA0-E6D642120E02}"/>
          </ac:spMkLst>
        </pc:spChg>
      </pc:sldChg>
      <pc:sldChg chg="modSp add mod">
        <pc:chgData name="Adrien Osakwe" userId="7a3e290c-eb83-484b-8e3d-d46ef2333477" providerId="ADAL" clId="{516F4981-D9C8-4339-9685-B0B88EA45B28}" dt="2026-08-11T03:41:29.836" v="718" actId="1076"/>
        <pc:sldMkLst>
          <pc:docMk/>
          <pc:sldMk cId="2692547567" sldId="423"/>
        </pc:sldMkLst>
        <pc:spChg chg="mod">
          <ac:chgData name="Adrien Osakwe" userId="7a3e290c-eb83-484b-8e3d-d46ef2333477" providerId="ADAL" clId="{516F4981-D9C8-4339-9685-B0B88EA45B28}" dt="2026-08-11T03:41:29.836" v="718" actId="1076"/>
          <ac:spMkLst>
            <pc:docMk/>
            <pc:sldMk cId="2692547567" sldId="423"/>
            <ac:spMk id="2" creationId="{393F2790-152D-DE5F-2FAF-B760E8B29D17}"/>
          </ac:spMkLst>
        </pc:spChg>
      </pc:sldChg>
      <pc:sldChg chg="addSp modSp new mod ord">
        <pc:chgData name="Adrien Osakwe" userId="7a3e290c-eb83-484b-8e3d-d46ef2333477" providerId="ADAL" clId="{516F4981-D9C8-4339-9685-B0B88EA45B28}" dt="2026-08-11T15:42:49.381" v="3520" actId="20577"/>
        <pc:sldMkLst>
          <pc:docMk/>
          <pc:sldMk cId="1154683547" sldId="424"/>
        </pc:sldMkLst>
        <pc:spChg chg="mod">
          <ac:chgData name="Adrien Osakwe" userId="7a3e290c-eb83-484b-8e3d-d46ef2333477" providerId="ADAL" clId="{516F4981-D9C8-4339-9685-B0B88EA45B28}" dt="2026-08-11T03:56:04.426" v="1621" actId="20577"/>
          <ac:spMkLst>
            <pc:docMk/>
            <pc:sldMk cId="1154683547" sldId="424"/>
            <ac:spMk id="2" creationId="{574694E1-075C-05DE-97B4-814B3C1B2F60}"/>
          </ac:spMkLst>
        </pc:spChg>
        <pc:spChg chg="mod">
          <ac:chgData name="Adrien Osakwe" userId="7a3e290c-eb83-484b-8e3d-d46ef2333477" providerId="ADAL" clId="{516F4981-D9C8-4339-9685-B0B88EA45B28}" dt="2026-08-11T15:42:49.381" v="3520" actId="20577"/>
          <ac:spMkLst>
            <pc:docMk/>
            <pc:sldMk cId="1154683547" sldId="424"/>
            <ac:spMk id="3" creationId="{69564E8B-D9C3-9581-C0DA-5E8CCB8BBB7B}"/>
          </ac:spMkLst>
        </pc:spChg>
        <pc:picChg chg="add mod">
          <ac:chgData name="Adrien Osakwe" userId="7a3e290c-eb83-484b-8e3d-d46ef2333477" providerId="ADAL" clId="{516F4981-D9C8-4339-9685-B0B88EA45B28}" dt="2026-08-11T15:42:39.627" v="3505" actId="1076"/>
          <ac:picMkLst>
            <pc:docMk/>
            <pc:sldMk cId="1154683547" sldId="424"/>
            <ac:picMk id="5" creationId="{DDC5CD06-2690-7029-4778-DF6A610DD133}"/>
          </ac:picMkLst>
        </pc:picChg>
      </pc:sldChg>
      <pc:sldChg chg="modSp new del mod">
        <pc:chgData name="Adrien Osakwe" userId="7a3e290c-eb83-484b-8e3d-d46ef2333477" providerId="ADAL" clId="{516F4981-D9C8-4339-9685-B0B88EA45B28}" dt="2026-08-11T19:58:12.354" v="6340" actId="47"/>
        <pc:sldMkLst>
          <pc:docMk/>
          <pc:sldMk cId="2814879043" sldId="425"/>
        </pc:sldMkLst>
        <pc:spChg chg="mod">
          <ac:chgData name="Adrien Osakwe" userId="7a3e290c-eb83-484b-8e3d-d46ef2333477" providerId="ADAL" clId="{516F4981-D9C8-4339-9685-B0B88EA45B28}" dt="2026-08-11T16:00:34.285" v="4199" actId="207"/>
          <ac:spMkLst>
            <pc:docMk/>
            <pc:sldMk cId="2814879043" sldId="425"/>
            <ac:spMk id="2" creationId="{E6E06B3D-D697-AE59-116F-D558C5EC8756}"/>
          </ac:spMkLst>
        </pc:spChg>
        <pc:spChg chg="mod">
          <ac:chgData name="Adrien Osakwe" userId="7a3e290c-eb83-484b-8e3d-d46ef2333477" providerId="ADAL" clId="{516F4981-D9C8-4339-9685-B0B88EA45B28}" dt="2026-08-11T19:58:10.823" v="6339" actId="27636"/>
          <ac:spMkLst>
            <pc:docMk/>
            <pc:sldMk cId="2814879043" sldId="425"/>
            <ac:spMk id="3" creationId="{71618A3D-D3F3-3F32-8304-7A72C05319EB}"/>
          </ac:spMkLst>
        </pc:spChg>
      </pc:sldChg>
      <pc:sldChg chg="new del">
        <pc:chgData name="Adrien Osakwe" userId="7a3e290c-eb83-484b-8e3d-d46ef2333477" providerId="ADAL" clId="{516F4981-D9C8-4339-9685-B0B88EA45B28}" dt="2026-08-11T04:07:56.684" v="2077" actId="47"/>
        <pc:sldMkLst>
          <pc:docMk/>
          <pc:sldMk cId="3509885090" sldId="425"/>
        </pc:sldMkLst>
      </pc:sldChg>
      <pc:sldChg chg="new del">
        <pc:chgData name="Adrien Osakwe" userId="7a3e290c-eb83-484b-8e3d-d46ef2333477" providerId="ADAL" clId="{516F4981-D9C8-4339-9685-B0B88EA45B28}" dt="2026-08-11T04:08:21.417" v="2078" actId="47"/>
        <pc:sldMkLst>
          <pc:docMk/>
          <pc:sldMk cId="921941797" sldId="426"/>
        </pc:sldMkLst>
      </pc:sldChg>
      <pc:sldChg chg="addSp modSp new mod ord">
        <pc:chgData name="Adrien Osakwe" userId="7a3e290c-eb83-484b-8e3d-d46ef2333477" providerId="ADAL" clId="{516F4981-D9C8-4339-9685-B0B88EA45B28}" dt="2026-08-11T04:17:04.221" v="2804" actId="20577"/>
        <pc:sldMkLst>
          <pc:docMk/>
          <pc:sldMk cId="1563243774" sldId="426"/>
        </pc:sldMkLst>
        <pc:spChg chg="mod">
          <ac:chgData name="Adrien Osakwe" userId="7a3e290c-eb83-484b-8e3d-d46ef2333477" providerId="ADAL" clId="{516F4981-D9C8-4339-9685-B0B88EA45B28}" dt="2026-08-11T04:10:24.276" v="2277" actId="20577"/>
          <ac:spMkLst>
            <pc:docMk/>
            <pc:sldMk cId="1563243774" sldId="426"/>
            <ac:spMk id="2" creationId="{15477ACB-B862-C772-440F-B68C684D46A4}"/>
          </ac:spMkLst>
        </pc:spChg>
        <pc:spChg chg="mod">
          <ac:chgData name="Adrien Osakwe" userId="7a3e290c-eb83-484b-8e3d-d46ef2333477" providerId="ADAL" clId="{516F4981-D9C8-4339-9685-B0B88EA45B28}" dt="2026-08-11T04:17:04.221" v="2804" actId="20577"/>
          <ac:spMkLst>
            <pc:docMk/>
            <pc:sldMk cId="1563243774" sldId="426"/>
            <ac:spMk id="3" creationId="{4AC4EA5D-CC38-591E-6074-185129DD5CE6}"/>
          </ac:spMkLst>
        </pc:spChg>
        <pc:spChg chg="add mod">
          <ac:chgData name="Adrien Osakwe" userId="7a3e290c-eb83-484b-8e3d-d46ef2333477" providerId="ADAL" clId="{516F4981-D9C8-4339-9685-B0B88EA45B28}" dt="2026-08-11T04:16:50.684" v="2780" actId="1076"/>
          <ac:spMkLst>
            <pc:docMk/>
            <pc:sldMk cId="1563243774" sldId="426"/>
            <ac:spMk id="5" creationId="{3D1F7038-F9F4-5E37-1747-2534A9C638F1}"/>
          </ac:spMkLst>
        </pc:spChg>
        <pc:picChg chg="add mod">
          <ac:chgData name="Adrien Osakwe" userId="7a3e290c-eb83-484b-8e3d-d46ef2333477" providerId="ADAL" clId="{516F4981-D9C8-4339-9685-B0B88EA45B28}" dt="2026-08-11T04:16:50.684" v="2780" actId="1076"/>
          <ac:picMkLst>
            <pc:docMk/>
            <pc:sldMk cId="1563243774" sldId="426"/>
            <ac:picMk id="4" creationId="{52C16FE1-7186-795C-8F0F-FD99EB18FB6D}"/>
          </ac:picMkLst>
        </pc:picChg>
      </pc:sldChg>
      <pc:sldChg chg="new del">
        <pc:chgData name="Adrien Osakwe" userId="7a3e290c-eb83-484b-8e3d-d46ef2333477" providerId="ADAL" clId="{516F4981-D9C8-4339-9685-B0B88EA45B28}" dt="2026-08-11T04:14:08.511" v="2724" actId="47"/>
        <pc:sldMkLst>
          <pc:docMk/>
          <pc:sldMk cId="2916505771" sldId="427"/>
        </pc:sldMkLst>
      </pc:sldChg>
      <pc:sldChg chg="new del">
        <pc:chgData name="Adrien Osakwe" userId="7a3e290c-eb83-484b-8e3d-d46ef2333477" providerId="ADAL" clId="{516F4981-D9C8-4339-9685-B0B88EA45B28}" dt="2026-08-11T15:15:02.402" v="2807" actId="47"/>
        <pc:sldMkLst>
          <pc:docMk/>
          <pc:sldMk cId="4113372773" sldId="427"/>
        </pc:sldMkLst>
      </pc:sldChg>
      <pc:sldChg chg="addSp modSp new mod">
        <pc:chgData name="Adrien Osakwe" userId="7a3e290c-eb83-484b-8e3d-d46ef2333477" providerId="ADAL" clId="{516F4981-D9C8-4339-9685-B0B88EA45B28}" dt="2026-08-11T16:48:36.807" v="5284" actId="20577"/>
        <pc:sldMkLst>
          <pc:docMk/>
          <pc:sldMk cId="998501193" sldId="428"/>
        </pc:sldMkLst>
        <pc:spChg chg="mod">
          <ac:chgData name="Adrien Osakwe" userId="7a3e290c-eb83-484b-8e3d-d46ef2333477" providerId="ADAL" clId="{516F4981-D9C8-4339-9685-B0B88EA45B28}" dt="2026-08-11T16:48:36.807" v="5284" actId="20577"/>
          <ac:spMkLst>
            <pc:docMk/>
            <pc:sldMk cId="998501193" sldId="428"/>
            <ac:spMk id="2" creationId="{98205D2F-58F2-9087-C234-C1A51D2DE352}"/>
          </ac:spMkLst>
        </pc:spChg>
        <pc:spChg chg="mod">
          <ac:chgData name="Adrien Osakwe" userId="7a3e290c-eb83-484b-8e3d-d46ef2333477" providerId="ADAL" clId="{516F4981-D9C8-4339-9685-B0B88EA45B28}" dt="2026-08-11T15:20:52.249" v="3184" actId="6549"/>
          <ac:spMkLst>
            <pc:docMk/>
            <pc:sldMk cId="998501193" sldId="428"/>
            <ac:spMk id="3" creationId="{E5040FA8-5BD8-7184-15EB-808A3AE6A056}"/>
          </ac:spMkLst>
        </pc:spChg>
        <pc:spChg chg="add mod">
          <ac:chgData name="Adrien Osakwe" userId="7a3e290c-eb83-484b-8e3d-d46ef2333477" providerId="ADAL" clId="{516F4981-D9C8-4339-9685-B0B88EA45B28}" dt="2026-08-11T15:17:14.656" v="2997" actId="164"/>
          <ac:spMkLst>
            <pc:docMk/>
            <pc:sldMk cId="998501193" sldId="428"/>
            <ac:spMk id="5" creationId="{EBB307C6-CD8E-A0BE-F92E-FBFC0373D618}"/>
          </ac:spMkLst>
        </pc:spChg>
        <pc:grpChg chg="add mod">
          <ac:chgData name="Adrien Osakwe" userId="7a3e290c-eb83-484b-8e3d-d46ef2333477" providerId="ADAL" clId="{516F4981-D9C8-4339-9685-B0B88EA45B28}" dt="2026-08-11T15:20:36.276" v="3179" actId="14100"/>
          <ac:grpSpMkLst>
            <pc:docMk/>
            <pc:sldMk cId="998501193" sldId="428"/>
            <ac:grpSpMk id="6" creationId="{55CF7EE0-9283-0D3D-0FF8-DB1D3BE0E505}"/>
          </ac:grpSpMkLst>
        </pc:grpChg>
        <pc:picChg chg="add mod modCrop">
          <ac:chgData name="Adrien Osakwe" userId="7a3e290c-eb83-484b-8e3d-d46ef2333477" providerId="ADAL" clId="{516F4981-D9C8-4339-9685-B0B88EA45B28}" dt="2026-08-11T15:20:28.937" v="3177" actId="732"/>
          <ac:picMkLst>
            <pc:docMk/>
            <pc:sldMk cId="998501193" sldId="428"/>
            <ac:picMk id="4" creationId="{4A89B8C9-C236-A3EB-95C8-643E9A3C5CF1}"/>
          </ac:picMkLst>
        </pc:picChg>
      </pc:sldChg>
      <pc:sldChg chg="modSp add mod">
        <pc:chgData name="Adrien Osakwe" userId="7a3e290c-eb83-484b-8e3d-d46ef2333477" providerId="ADAL" clId="{516F4981-D9C8-4339-9685-B0B88EA45B28}" dt="2026-08-11T15:21:56.642" v="3357" actId="14"/>
        <pc:sldMkLst>
          <pc:docMk/>
          <pc:sldMk cId="452007840" sldId="429"/>
        </pc:sldMkLst>
        <pc:spChg chg="mod">
          <ac:chgData name="Adrien Osakwe" userId="7a3e290c-eb83-484b-8e3d-d46ef2333477" providerId="ADAL" clId="{516F4981-D9C8-4339-9685-B0B88EA45B28}" dt="2026-08-11T15:21:56.642" v="3357" actId="14"/>
          <ac:spMkLst>
            <pc:docMk/>
            <pc:sldMk cId="452007840" sldId="429"/>
            <ac:spMk id="3" creationId="{D7D2AA81-814B-E9E6-2AA0-EE0F6945A39E}"/>
          </ac:spMkLst>
        </pc:spChg>
      </pc:sldChg>
      <pc:sldChg chg="modSp add del mod">
        <pc:chgData name="Adrien Osakwe" userId="7a3e290c-eb83-484b-8e3d-d46ef2333477" providerId="ADAL" clId="{516F4981-D9C8-4339-9685-B0B88EA45B28}" dt="2026-08-11T19:58:18.378" v="6343" actId="47"/>
        <pc:sldMkLst>
          <pc:docMk/>
          <pc:sldMk cId="1861850653" sldId="430"/>
        </pc:sldMkLst>
        <pc:spChg chg="mod">
          <ac:chgData name="Adrien Osakwe" userId="7a3e290c-eb83-484b-8e3d-d46ef2333477" providerId="ADAL" clId="{516F4981-D9C8-4339-9685-B0B88EA45B28}" dt="2026-08-11T16:02:52.572" v="4466" actId="1076"/>
          <ac:spMkLst>
            <pc:docMk/>
            <pc:sldMk cId="1861850653" sldId="430"/>
            <ac:spMk id="2" creationId="{4FBA878A-0055-6E6A-ED8B-DFB2AA8B40A0}"/>
          </ac:spMkLst>
        </pc:spChg>
      </pc:sldChg>
      <pc:sldChg chg="addSp modSp new mod">
        <pc:chgData name="Adrien Osakwe" userId="7a3e290c-eb83-484b-8e3d-d46ef2333477" providerId="ADAL" clId="{516F4981-D9C8-4339-9685-B0B88EA45B28}" dt="2026-08-11T15:58:56.329" v="4076" actId="1076"/>
        <pc:sldMkLst>
          <pc:docMk/>
          <pc:sldMk cId="3455883294" sldId="431"/>
        </pc:sldMkLst>
        <pc:spChg chg="mod">
          <ac:chgData name="Adrien Osakwe" userId="7a3e290c-eb83-484b-8e3d-d46ef2333477" providerId="ADAL" clId="{516F4981-D9C8-4339-9685-B0B88EA45B28}" dt="2026-08-11T15:56:58.057" v="3802" actId="20577"/>
          <ac:spMkLst>
            <pc:docMk/>
            <pc:sldMk cId="3455883294" sldId="431"/>
            <ac:spMk id="2" creationId="{7253E868-5A1E-6CCF-2771-80D625384703}"/>
          </ac:spMkLst>
        </pc:spChg>
        <pc:spChg chg="mod">
          <ac:chgData name="Adrien Osakwe" userId="7a3e290c-eb83-484b-8e3d-d46ef2333477" providerId="ADAL" clId="{516F4981-D9C8-4339-9685-B0B88EA45B28}" dt="2026-08-11T15:58:51.805" v="4074" actId="14100"/>
          <ac:spMkLst>
            <pc:docMk/>
            <pc:sldMk cId="3455883294" sldId="431"/>
            <ac:spMk id="3" creationId="{66B6EC29-84E1-92F7-D1FD-BF1849C4CBBD}"/>
          </ac:spMkLst>
        </pc:spChg>
        <pc:spChg chg="add mod">
          <ac:chgData name="Adrien Osakwe" userId="7a3e290c-eb83-484b-8e3d-d46ef2333477" providerId="ADAL" clId="{516F4981-D9C8-4339-9685-B0B88EA45B28}" dt="2026-08-11T15:58:56.329" v="4076" actId="1076"/>
          <ac:spMkLst>
            <pc:docMk/>
            <pc:sldMk cId="3455883294" sldId="431"/>
            <ac:spMk id="5" creationId="{BAAF911B-8DAF-1E10-1792-6510DA32CA12}"/>
          </ac:spMkLst>
        </pc:spChg>
        <pc:picChg chg="add mod">
          <ac:chgData name="Adrien Osakwe" userId="7a3e290c-eb83-484b-8e3d-d46ef2333477" providerId="ADAL" clId="{516F4981-D9C8-4339-9685-B0B88EA45B28}" dt="2026-08-11T15:58:53.356" v="4075" actId="1076"/>
          <ac:picMkLst>
            <pc:docMk/>
            <pc:sldMk cId="3455883294" sldId="431"/>
            <ac:picMk id="4" creationId="{7F110F65-334D-C636-D4FD-B16599FD997B}"/>
          </ac:picMkLst>
        </pc:picChg>
      </pc:sldChg>
      <pc:sldChg chg="modSp add del mod">
        <pc:chgData name="Adrien Osakwe" userId="7a3e290c-eb83-484b-8e3d-d46ef2333477" providerId="ADAL" clId="{516F4981-D9C8-4339-9685-B0B88EA45B28}" dt="2026-08-11T20:02:20.076" v="6792" actId="47"/>
        <pc:sldMkLst>
          <pc:docMk/>
          <pc:sldMk cId="259435353" sldId="432"/>
        </pc:sldMkLst>
        <pc:spChg chg="mod">
          <ac:chgData name="Adrien Osakwe" userId="7a3e290c-eb83-484b-8e3d-d46ef2333477" providerId="ADAL" clId="{516F4981-D9C8-4339-9685-B0B88EA45B28}" dt="2026-08-11T16:52:56.431" v="5349" actId="20577"/>
          <ac:spMkLst>
            <pc:docMk/>
            <pc:sldMk cId="259435353" sldId="432"/>
            <ac:spMk id="2" creationId="{F0809F7C-8E31-F82F-2BE8-1063529E5A6E}"/>
          </ac:spMkLst>
        </pc:spChg>
      </pc:sldChg>
      <pc:sldChg chg="modSp new mod">
        <pc:chgData name="Adrien Osakwe" userId="7a3e290c-eb83-484b-8e3d-d46ef2333477" providerId="ADAL" clId="{516F4981-D9C8-4339-9685-B0B88EA45B28}" dt="2026-08-11T16:06:01.328" v="4786" actId="20577"/>
        <pc:sldMkLst>
          <pc:docMk/>
          <pc:sldMk cId="4059803902" sldId="433"/>
        </pc:sldMkLst>
        <pc:spChg chg="mod">
          <ac:chgData name="Adrien Osakwe" userId="7a3e290c-eb83-484b-8e3d-d46ef2333477" providerId="ADAL" clId="{516F4981-D9C8-4339-9685-B0B88EA45B28}" dt="2026-08-11T16:06:01.328" v="4786" actId="20577"/>
          <ac:spMkLst>
            <pc:docMk/>
            <pc:sldMk cId="4059803902" sldId="433"/>
            <ac:spMk id="2" creationId="{53D5D50F-4F28-B4DF-B643-598DE496FEDD}"/>
          </ac:spMkLst>
        </pc:spChg>
      </pc:sldChg>
      <pc:sldChg chg="new del">
        <pc:chgData name="Adrien Osakwe" userId="7a3e290c-eb83-484b-8e3d-d46ef2333477" providerId="ADAL" clId="{516F4981-D9C8-4339-9685-B0B88EA45B28}" dt="2026-08-11T16:06:08.207" v="4789" actId="47"/>
        <pc:sldMkLst>
          <pc:docMk/>
          <pc:sldMk cId="2430473963" sldId="434"/>
        </pc:sldMkLst>
      </pc:sldChg>
      <pc:sldChg chg="addSp modSp new mod">
        <pc:chgData name="Adrien Osakwe" userId="7a3e290c-eb83-484b-8e3d-d46ef2333477" providerId="ADAL" clId="{516F4981-D9C8-4339-9685-B0B88EA45B28}" dt="2026-08-11T19:51:06.236" v="5400" actId="20577"/>
        <pc:sldMkLst>
          <pc:docMk/>
          <pc:sldMk cId="3923017729" sldId="435"/>
        </pc:sldMkLst>
        <pc:spChg chg="mod">
          <ac:chgData name="Adrien Osakwe" userId="7a3e290c-eb83-484b-8e3d-d46ef2333477" providerId="ADAL" clId="{516F4981-D9C8-4339-9685-B0B88EA45B28}" dt="2026-08-11T16:06:18.745" v="4841" actId="20577"/>
          <ac:spMkLst>
            <pc:docMk/>
            <pc:sldMk cId="3923017729" sldId="435"/>
            <ac:spMk id="2" creationId="{FB76A8E0-07E8-34BB-D592-43F6D18131F4}"/>
          </ac:spMkLst>
        </pc:spChg>
        <pc:spChg chg="mod">
          <ac:chgData name="Adrien Osakwe" userId="7a3e290c-eb83-484b-8e3d-d46ef2333477" providerId="ADAL" clId="{516F4981-D9C8-4339-9685-B0B88EA45B28}" dt="2026-08-11T19:51:06.236" v="5400" actId="20577"/>
          <ac:spMkLst>
            <pc:docMk/>
            <pc:sldMk cId="3923017729" sldId="435"/>
            <ac:spMk id="3" creationId="{14DE8E51-C642-556E-D54A-7A83B567B465}"/>
          </ac:spMkLst>
        </pc:spChg>
        <pc:picChg chg="add mod">
          <ac:chgData name="Adrien Osakwe" userId="7a3e290c-eb83-484b-8e3d-d46ef2333477" providerId="ADAL" clId="{516F4981-D9C8-4339-9685-B0B88EA45B28}" dt="2026-08-11T16:08:13.140" v="5055" actId="1076"/>
          <ac:picMkLst>
            <pc:docMk/>
            <pc:sldMk cId="3923017729" sldId="435"/>
            <ac:picMk id="4" creationId="{D8F98449-DF16-342E-5C5D-AF01C64CD9EA}"/>
          </ac:picMkLst>
        </pc:picChg>
      </pc:sldChg>
      <pc:sldChg chg="addSp modSp new mod">
        <pc:chgData name="Adrien Osakwe" userId="7a3e290c-eb83-484b-8e3d-d46ef2333477" providerId="ADAL" clId="{516F4981-D9C8-4339-9685-B0B88EA45B28}" dt="2026-08-11T16:14:04.191" v="5237" actId="20577"/>
        <pc:sldMkLst>
          <pc:docMk/>
          <pc:sldMk cId="254108891" sldId="436"/>
        </pc:sldMkLst>
        <pc:spChg chg="mod">
          <ac:chgData name="Adrien Osakwe" userId="7a3e290c-eb83-484b-8e3d-d46ef2333477" providerId="ADAL" clId="{516F4981-D9C8-4339-9685-B0B88EA45B28}" dt="2026-08-11T16:14:04.191" v="5237" actId="20577"/>
          <ac:spMkLst>
            <pc:docMk/>
            <pc:sldMk cId="254108891" sldId="436"/>
            <ac:spMk id="2" creationId="{689D7B23-9982-9545-364F-882A5D8F2E04}"/>
          </ac:spMkLst>
        </pc:spChg>
        <pc:spChg chg="mod">
          <ac:chgData name="Adrien Osakwe" userId="7a3e290c-eb83-484b-8e3d-d46ef2333477" providerId="ADAL" clId="{516F4981-D9C8-4339-9685-B0B88EA45B28}" dt="2026-08-11T16:12:25.130" v="5225" actId="20577"/>
          <ac:spMkLst>
            <pc:docMk/>
            <pc:sldMk cId="254108891" sldId="436"/>
            <ac:spMk id="3" creationId="{DA0526D1-78C0-23B8-D5FD-2E5D1A26E359}"/>
          </ac:spMkLst>
        </pc:spChg>
        <pc:spChg chg="add mod">
          <ac:chgData name="Adrien Osakwe" userId="7a3e290c-eb83-484b-8e3d-d46ef2333477" providerId="ADAL" clId="{516F4981-D9C8-4339-9685-B0B88EA45B28}" dt="2026-08-11T16:13:58.678" v="5233" actId="693"/>
          <ac:spMkLst>
            <pc:docMk/>
            <pc:sldMk cId="254108891" sldId="436"/>
            <ac:spMk id="6" creationId="{AE05A080-C8E3-85C2-FB5C-907D5AB37CB4}"/>
          </ac:spMkLst>
        </pc:spChg>
        <pc:picChg chg="add mod">
          <ac:chgData name="Adrien Osakwe" userId="7a3e290c-eb83-484b-8e3d-d46ef2333477" providerId="ADAL" clId="{516F4981-D9C8-4339-9685-B0B88EA45B28}" dt="2026-08-11T16:13:33.801" v="5227" actId="1076"/>
          <ac:picMkLst>
            <pc:docMk/>
            <pc:sldMk cId="254108891" sldId="436"/>
            <ac:picMk id="5" creationId="{68ACE176-5EB8-4001-AC4C-CF21FB516AE9}"/>
          </ac:picMkLst>
        </pc:picChg>
      </pc:sldChg>
      <pc:sldChg chg="addSp modSp new mod">
        <pc:chgData name="Adrien Osakwe" userId="7a3e290c-eb83-484b-8e3d-d46ef2333477" providerId="ADAL" clId="{516F4981-D9C8-4339-9685-B0B88EA45B28}" dt="2026-08-11T19:55:48.364" v="6009" actId="20577"/>
        <pc:sldMkLst>
          <pc:docMk/>
          <pc:sldMk cId="680839714" sldId="437"/>
        </pc:sldMkLst>
        <pc:spChg chg="mod">
          <ac:chgData name="Adrien Osakwe" userId="7a3e290c-eb83-484b-8e3d-d46ef2333477" providerId="ADAL" clId="{516F4981-D9C8-4339-9685-B0B88EA45B28}" dt="2026-08-11T19:55:48.364" v="6009" actId="20577"/>
          <ac:spMkLst>
            <pc:docMk/>
            <pc:sldMk cId="680839714" sldId="437"/>
            <ac:spMk id="2" creationId="{9B245876-087E-37FF-2A45-491803B93EF5}"/>
          </ac:spMkLst>
        </pc:spChg>
        <pc:spChg chg="add mod">
          <ac:chgData name="Adrien Osakwe" userId="7a3e290c-eb83-484b-8e3d-d46ef2333477" providerId="ADAL" clId="{516F4981-D9C8-4339-9685-B0B88EA45B28}" dt="2026-08-11T19:50:25.938" v="5367" actId="255"/>
          <ac:spMkLst>
            <pc:docMk/>
            <pc:sldMk cId="680839714" sldId="437"/>
            <ac:spMk id="3" creationId="{D0AE3FC0-C652-C431-6A10-987A06B22130}"/>
          </ac:spMkLst>
        </pc:spChg>
      </pc:sldChg>
      <pc:sldChg chg="modSp add mod">
        <pc:chgData name="Adrien Osakwe" userId="7a3e290c-eb83-484b-8e3d-d46ef2333477" providerId="ADAL" clId="{516F4981-D9C8-4339-9685-B0B88EA45B28}" dt="2026-08-11T19:57:42.552" v="6336" actId="313"/>
        <pc:sldMkLst>
          <pc:docMk/>
          <pc:sldMk cId="3854057674" sldId="438"/>
        </pc:sldMkLst>
        <pc:spChg chg="mod">
          <ac:chgData name="Adrien Osakwe" userId="7a3e290c-eb83-484b-8e3d-d46ef2333477" providerId="ADAL" clId="{516F4981-D9C8-4339-9685-B0B88EA45B28}" dt="2026-08-11T19:57:42.552" v="6336" actId="313"/>
          <ac:spMkLst>
            <pc:docMk/>
            <pc:sldMk cId="3854057674" sldId="438"/>
            <ac:spMk id="2" creationId="{2EEDF49E-138B-3D35-3C54-8B3CEA5BAD37}"/>
          </ac:spMkLst>
        </pc:spChg>
      </pc:sldChg>
      <pc:sldChg chg="modSp add mod">
        <pc:chgData name="Adrien Osakwe" userId="7a3e290c-eb83-484b-8e3d-d46ef2333477" providerId="ADAL" clId="{516F4981-D9C8-4339-9685-B0B88EA45B28}" dt="2026-08-11T19:58:40.728" v="6391" actId="20577"/>
        <pc:sldMkLst>
          <pc:docMk/>
          <pc:sldMk cId="390538586" sldId="439"/>
        </pc:sldMkLst>
        <pc:spChg chg="mod">
          <ac:chgData name="Adrien Osakwe" userId="7a3e290c-eb83-484b-8e3d-d46ef2333477" providerId="ADAL" clId="{516F4981-D9C8-4339-9685-B0B88EA45B28}" dt="2026-08-11T19:58:40.728" v="6391" actId="20577"/>
          <ac:spMkLst>
            <pc:docMk/>
            <pc:sldMk cId="390538586" sldId="439"/>
            <ac:spMk id="2" creationId="{7B68F2FA-D711-4EB3-2861-17288F46576A}"/>
          </ac:spMkLst>
        </pc:spChg>
      </pc:sldChg>
      <pc:sldChg chg="modSp add mod">
        <pc:chgData name="Adrien Osakwe" userId="7a3e290c-eb83-484b-8e3d-d46ef2333477" providerId="ADAL" clId="{516F4981-D9C8-4339-9685-B0B88EA45B28}" dt="2026-08-11T19:59:30.611" v="6528" actId="20577"/>
        <pc:sldMkLst>
          <pc:docMk/>
          <pc:sldMk cId="608068112" sldId="440"/>
        </pc:sldMkLst>
        <pc:spChg chg="mod">
          <ac:chgData name="Adrien Osakwe" userId="7a3e290c-eb83-484b-8e3d-d46ef2333477" providerId="ADAL" clId="{516F4981-D9C8-4339-9685-B0B88EA45B28}" dt="2026-08-11T19:59:30.611" v="6528" actId="20577"/>
          <ac:spMkLst>
            <pc:docMk/>
            <pc:sldMk cId="608068112" sldId="440"/>
            <ac:spMk id="2" creationId="{854F0872-B9BE-E918-DFBC-A755DF054287}"/>
          </ac:spMkLst>
        </pc:spChg>
      </pc:sldChg>
      <pc:sldChg chg="modSp add mod">
        <pc:chgData name="Adrien Osakwe" userId="7a3e290c-eb83-484b-8e3d-d46ef2333477" providerId="ADAL" clId="{516F4981-D9C8-4339-9685-B0B88EA45B28}" dt="2026-08-11T20:02:13.981" v="6791" actId="20577"/>
        <pc:sldMkLst>
          <pc:docMk/>
          <pc:sldMk cId="720366200" sldId="441"/>
        </pc:sldMkLst>
        <pc:spChg chg="mod">
          <ac:chgData name="Adrien Osakwe" userId="7a3e290c-eb83-484b-8e3d-d46ef2333477" providerId="ADAL" clId="{516F4981-D9C8-4339-9685-B0B88EA45B28}" dt="2026-08-11T20:02:13.981" v="6791" actId="20577"/>
          <ac:spMkLst>
            <pc:docMk/>
            <pc:sldMk cId="720366200" sldId="441"/>
            <ac:spMk id="2" creationId="{7FB877D4-CF32-3932-6A6E-0D69A92E9391}"/>
          </ac:spMkLst>
        </pc:spChg>
      </pc:sldChg>
      <pc:sldChg chg="modSp add mod">
        <pc:chgData name="Adrien Osakwe" userId="7a3e290c-eb83-484b-8e3d-d46ef2333477" providerId="ADAL" clId="{516F4981-D9C8-4339-9685-B0B88EA45B28}" dt="2026-08-11T20:03:30.234" v="7051" actId="20577"/>
        <pc:sldMkLst>
          <pc:docMk/>
          <pc:sldMk cId="2482499284" sldId="442"/>
        </pc:sldMkLst>
        <pc:spChg chg="mod">
          <ac:chgData name="Adrien Osakwe" userId="7a3e290c-eb83-484b-8e3d-d46ef2333477" providerId="ADAL" clId="{516F4981-D9C8-4339-9685-B0B88EA45B28}" dt="2026-08-11T20:03:30.234" v="7051" actId="20577"/>
          <ac:spMkLst>
            <pc:docMk/>
            <pc:sldMk cId="2482499284" sldId="442"/>
            <ac:spMk id="2" creationId="{B797973D-904F-6A6E-62A5-4D86D52AB87F}"/>
          </ac:spMkLst>
        </pc:spChg>
      </pc:sldChg>
      <pc:sldChg chg="modSp add mod">
        <pc:chgData name="Adrien Osakwe" userId="7a3e290c-eb83-484b-8e3d-d46ef2333477" providerId="ADAL" clId="{516F4981-D9C8-4339-9685-B0B88EA45B28}" dt="2026-08-11T19:53:17.484" v="5542" actId="20577"/>
        <pc:sldMkLst>
          <pc:docMk/>
          <pc:sldMk cId="2597417478" sldId="443"/>
        </pc:sldMkLst>
        <pc:spChg chg="mod">
          <ac:chgData name="Adrien Osakwe" userId="7a3e290c-eb83-484b-8e3d-d46ef2333477" providerId="ADAL" clId="{516F4981-D9C8-4339-9685-B0B88EA45B28}" dt="2026-08-11T19:53:17.484" v="5542" actId="20577"/>
          <ac:spMkLst>
            <pc:docMk/>
            <pc:sldMk cId="2597417478" sldId="443"/>
            <ac:spMk id="2" creationId="{344441F0-85DA-1475-42CA-41CAF68E5E94}"/>
          </ac:spMkLst>
        </pc:spChg>
      </pc:sldChg>
      <pc:sldChg chg="modSp add mod">
        <pc:chgData name="Adrien Osakwe" userId="7a3e290c-eb83-484b-8e3d-d46ef2333477" providerId="ADAL" clId="{516F4981-D9C8-4339-9685-B0B88EA45B28}" dt="2026-08-11T19:54:11.315" v="5807" actId="20577"/>
        <pc:sldMkLst>
          <pc:docMk/>
          <pc:sldMk cId="224817830" sldId="444"/>
        </pc:sldMkLst>
        <pc:spChg chg="mod">
          <ac:chgData name="Adrien Osakwe" userId="7a3e290c-eb83-484b-8e3d-d46ef2333477" providerId="ADAL" clId="{516F4981-D9C8-4339-9685-B0B88EA45B28}" dt="2026-08-11T19:54:11.315" v="5807" actId="20577"/>
          <ac:spMkLst>
            <pc:docMk/>
            <pc:sldMk cId="224817830" sldId="444"/>
            <ac:spMk id="2" creationId="{7CB229C2-EE64-5B41-AFBA-789EB3A7A394}"/>
          </ac:spMkLst>
        </pc:spChg>
      </pc:sldChg>
      <pc:sldChg chg="modSp add mod">
        <pc:chgData name="Adrien Osakwe" userId="7a3e290c-eb83-484b-8e3d-d46ef2333477" providerId="ADAL" clId="{516F4981-D9C8-4339-9685-B0B88EA45B28}" dt="2026-08-11T20:12:33.885" v="7711" actId="27636"/>
        <pc:sldMkLst>
          <pc:docMk/>
          <pc:sldMk cId="3954828614" sldId="445"/>
        </pc:sldMkLst>
        <pc:spChg chg="mod">
          <ac:chgData name="Adrien Osakwe" userId="7a3e290c-eb83-484b-8e3d-d46ef2333477" providerId="ADAL" clId="{516F4981-D9C8-4339-9685-B0B88EA45B28}" dt="2026-08-11T20:12:33.885" v="7711" actId="27636"/>
          <ac:spMkLst>
            <pc:docMk/>
            <pc:sldMk cId="3954828614" sldId="445"/>
            <ac:spMk id="3" creationId="{4E1DCD95-E221-7361-554C-FF801933DD91}"/>
          </ac:spMkLst>
        </pc:spChg>
      </pc:sldChg>
      <pc:sldChg chg="modSp add mod">
        <pc:chgData name="Adrien Osakwe" userId="7a3e290c-eb83-484b-8e3d-d46ef2333477" providerId="ADAL" clId="{516F4981-D9C8-4339-9685-B0B88EA45B28}" dt="2026-08-11T20:07:30.130" v="7291" actId="1076"/>
        <pc:sldMkLst>
          <pc:docMk/>
          <pc:sldMk cId="1950493720" sldId="446"/>
        </pc:sldMkLst>
        <pc:spChg chg="mod">
          <ac:chgData name="Adrien Osakwe" userId="7a3e290c-eb83-484b-8e3d-d46ef2333477" providerId="ADAL" clId="{516F4981-D9C8-4339-9685-B0B88EA45B28}" dt="2026-08-11T20:07:25.787" v="7290" actId="14100"/>
          <ac:spMkLst>
            <pc:docMk/>
            <pc:sldMk cId="1950493720" sldId="446"/>
            <ac:spMk id="3" creationId="{EBCAF0FA-7EB8-03C0-FC87-E5A3DA0B9DE1}"/>
          </ac:spMkLst>
        </pc:spChg>
        <pc:picChg chg="mod">
          <ac:chgData name="Adrien Osakwe" userId="7a3e290c-eb83-484b-8e3d-d46ef2333477" providerId="ADAL" clId="{516F4981-D9C8-4339-9685-B0B88EA45B28}" dt="2026-08-11T20:07:30.130" v="7291" actId="1076"/>
          <ac:picMkLst>
            <pc:docMk/>
            <pc:sldMk cId="1950493720" sldId="446"/>
            <ac:picMk id="2050" creationId="{BAFF9FFC-5A14-B382-D910-785CAF058FE6}"/>
          </ac:picMkLst>
        </pc:picChg>
      </pc:sldChg>
      <pc:sldChg chg="modSp new del mod">
        <pc:chgData name="Adrien Osakwe" userId="7a3e290c-eb83-484b-8e3d-d46ef2333477" providerId="ADAL" clId="{516F4981-D9C8-4339-9685-B0B88EA45B28}" dt="2026-08-11T20:10:50.166" v="7519" actId="47"/>
        <pc:sldMkLst>
          <pc:docMk/>
          <pc:sldMk cId="3914752990" sldId="447"/>
        </pc:sldMkLst>
        <pc:spChg chg="mod">
          <ac:chgData name="Adrien Osakwe" userId="7a3e290c-eb83-484b-8e3d-d46ef2333477" providerId="ADAL" clId="{516F4981-D9C8-4339-9685-B0B88EA45B28}" dt="2026-08-11T20:10:48.118" v="7518" actId="21"/>
          <ac:spMkLst>
            <pc:docMk/>
            <pc:sldMk cId="3914752990" sldId="447"/>
            <ac:spMk id="3" creationId="{AD2328D3-67DF-83B5-804E-3E886493FCC8}"/>
          </ac:spMkLst>
        </pc:spChg>
      </pc:sldChg>
      <pc:sldChg chg="modSp add mod">
        <pc:chgData name="Adrien Osakwe" userId="7a3e290c-eb83-484b-8e3d-d46ef2333477" providerId="ADAL" clId="{516F4981-D9C8-4339-9685-B0B88EA45B28}" dt="2026-08-11T20:11:58.588" v="7673" actId="20577"/>
        <pc:sldMkLst>
          <pc:docMk/>
          <pc:sldMk cId="875444263" sldId="448"/>
        </pc:sldMkLst>
        <pc:spChg chg="mod">
          <ac:chgData name="Adrien Osakwe" userId="7a3e290c-eb83-484b-8e3d-d46ef2333477" providerId="ADAL" clId="{516F4981-D9C8-4339-9685-B0B88EA45B28}" dt="2026-08-11T20:11:58.588" v="7673" actId="20577"/>
          <ac:spMkLst>
            <pc:docMk/>
            <pc:sldMk cId="875444263" sldId="448"/>
            <ac:spMk id="3" creationId="{A1CD167F-4475-118A-FCF1-E95134C491F4}"/>
          </ac:spMkLst>
        </pc:spChg>
        <pc:grpChg chg="mod">
          <ac:chgData name="Adrien Osakwe" userId="7a3e290c-eb83-484b-8e3d-d46ef2333477" providerId="ADAL" clId="{516F4981-D9C8-4339-9685-B0B88EA45B28}" dt="2026-08-11T20:11:38.246" v="7612" actId="1076"/>
          <ac:grpSpMkLst>
            <pc:docMk/>
            <pc:sldMk cId="875444263" sldId="448"/>
            <ac:grpSpMk id="8" creationId="{7A74E541-75E3-482C-408B-AC3005CD5DBE}"/>
          </ac:grpSpMkLst>
        </pc:grpChg>
      </pc:sldChg>
      <pc:sldChg chg="addSp modSp add del mod">
        <pc:chgData name="Adrien Osakwe" userId="7a3e290c-eb83-484b-8e3d-d46ef2333477" providerId="ADAL" clId="{516F4981-D9C8-4339-9685-B0B88EA45B28}" dt="2026-08-11T20:16:22.899" v="7779" actId="47"/>
        <pc:sldMkLst>
          <pc:docMk/>
          <pc:sldMk cId="3038641811" sldId="449"/>
        </pc:sldMkLst>
        <pc:spChg chg="mod">
          <ac:chgData name="Adrien Osakwe" userId="7a3e290c-eb83-484b-8e3d-d46ef2333477" providerId="ADAL" clId="{516F4981-D9C8-4339-9685-B0B88EA45B28}" dt="2026-08-11T20:15:19.943" v="7714" actId="14100"/>
          <ac:spMkLst>
            <pc:docMk/>
            <pc:sldMk cId="3038641811" sldId="449"/>
            <ac:spMk id="3" creationId="{4D86081A-388F-0A32-810C-A7A5D2816ED5}"/>
          </ac:spMkLst>
        </pc:spChg>
        <pc:spChg chg="mod">
          <ac:chgData name="Adrien Osakwe" userId="7a3e290c-eb83-484b-8e3d-d46ef2333477" providerId="ADAL" clId="{516F4981-D9C8-4339-9685-B0B88EA45B28}" dt="2026-08-11T20:15:19.943" v="7714" actId="14100"/>
          <ac:spMkLst>
            <pc:docMk/>
            <pc:sldMk cId="3038641811" sldId="449"/>
            <ac:spMk id="4" creationId="{F4B55E28-0E6D-D360-CB34-664881A3F542}"/>
          </ac:spMkLst>
        </pc:spChg>
        <pc:spChg chg="add mod">
          <ac:chgData name="Adrien Osakwe" userId="7a3e290c-eb83-484b-8e3d-d46ef2333477" providerId="ADAL" clId="{516F4981-D9C8-4339-9685-B0B88EA45B28}" dt="2026-08-11T20:16:04.344" v="7747" actId="122"/>
          <ac:spMkLst>
            <pc:docMk/>
            <pc:sldMk cId="3038641811" sldId="449"/>
            <ac:spMk id="5" creationId="{D767EF7F-846D-6AA0-AEB3-5F0493576B07}"/>
          </ac:spMkLst>
        </pc:spChg>
        <pc:spChg chg="add mod">
          <ac:chgData name="Adrien Osakwe" userId="7a3e290c-eb83-484b-8e3d-d46ef2333477" providerId="ADAL" clId="{516F4981-D9C8-4339-9685-B0B88EA45B28}" dt="2026-08-11T20:15:52.012" v="7727" actId="1076"/>
          <ac:spMkLst>
            <pc:docMk/>
            <pc:sldMk cId="3038641811" sldId="449"/>
            <ac:spMk id="6" creationId="{DBFA2468-F089-2C73-D50F-8E31C66D5113}"/>
          </ac:spMkLst>
        </pc:spChg>
      </pc:sldChg>
      <pc:sldChg chg="addSp delSp modSp new mod">
        <pc:chgData name="Adrien Osakwe" userId="7a3e290c-eb83-484b-8e3d-d46ef2333477" providerId="ADAL" clId="{516F4981-D9C8-4339-9685-B0B88EA45B28}" dt="2026-08-11T20:19:31.053" v="8251" actId="20577"/>
        <pc:sldMkLst>
          <pc:docMk/>
          <pc:sldMk cId="3567545301" sldId="450"/>
        </pc:sldMkLst>
        <pc:spChg chg="mod">
          <ac:chgData name="Adrien Osakwe" userId="7a3e290c-eb83-484b-8e3d-d46ef2333477" providerId="ADAL" clId="{516F4981-D9C8-4339-9685-B0B88EA45B28}" dt="2026-08-11T20:18:48.890" v="8122" actId="20577"/>
          <ac:spMkLst>
            <pc:docMk/>
            <pc:sldMk cId="3567545301" sldId="450"/>
            <ac:spMk id="2" creationId="{931D2992-2D2C-03B2-20A7-FA3CFD5F72E8}"/>
          </ac:spMkLst>
        </pc:spChg>
        <pc:spChg chg="add del mod">
          <ac:chgData name="Adrien Osakwe" userId="7a3e290c-eb83-484b-8e3d-d46ef2333477" providerId="ADAL" clId="{516F4981-D9C8-4339-9685-B0B88EA45B28}" dt="2026-08-11T20:19:31.053" v="8251" actId="20577"/>
          <ac:spMkLst>
            <pc:docMk/>
            <pc:sldMk cId="3567545301" sldId="450"/>
            <ac:spMk id="3" creationId="{F9D67DD5-AD34-86CF-5CE0-F971881A1045}"/>
          </ac:spMkLst>
        </pc:spChg>
        <pc:graphicFrameChg chg="add del mod ord modGraphic">
          <ac:chgData name="Adrien Osakwe" userId="7a3e290c-eb83-484b-8e3d-d46ef2333477" providerId="ADAL" clId="{516F4981-D9C8-4339-9685-B0B88EA45B28}" dt="2026-08-11T20:16:40.244" v="7791" actId="3680"/>
          <ac:graphicFrameMkLst>
            <pc:docMk/>
            <pc:sldMk cId="3567545301" sldId="450"/>
            <ac:graphicFrameMk id="4" creationId="{0EF09418-258F-6ECD-82D9-EC7C7EA86AA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690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803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576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87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839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095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C3E4-43CE-88DB-34EB-55A09F14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E80EE-7B95-F60E-06D3-AC4E3E16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8A18A-ED3D-030A-6598-EF119BF0B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6FB-600C-4396-DA18-7F7F6C27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992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7D7B-DFD7-38CF-ACC1-EF67DEA2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B9D5F-818B-7145-4B2B-D70DE751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00F7-AAE5-FC7E-AEED-52FBE06D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9D0B-8E9F-B0B1-4A70-210F4AABF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11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17C0-9289-B8F9-2C7D-6B450ADA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527E6-ABB6-22CC-A997-13EB698C5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ED66C-ADF7-BEB8-F592-C64EA282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86E7-F0AC-C659-6263-9C503405F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843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CEB-D41E-A219-622E-029138D8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B7B85-84E8-D561-4F2B-4B11FA81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9866D-19FB-49E0-47CC-B218A47D2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2F819-8BAD-234A-60D7-DB4287536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547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830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67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901F0B20-408F-2B4A-284C-54914990B9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86813" y="6182634"/>
            <a:ext cx="3357187" cy="5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B4E0375E-06DE-CC3D-FC14-4D91EE647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139354"/>
            <a:ext cx="2762250" cy="97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48BA55F6-1EA5-F4BD-45AD-D7A8002497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86813" y="6182634"/>
            <a:ext cx="3357187" cy="5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F293AA35-39CA-D5AA-46B4-E32A7A3C27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25" y="142106"/>
            <a:ext cx="2762250" cy="97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656DFE86-6EEA-995D-0B99-F99D011393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86813" y="6226013"/>
            <a:ext cx="3357187" cy="5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219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  <p:sldLayoutId id="2147483672" r:id="rId10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ies.sas.com/t5/SAS-Communities-Library/Non-negative-Matrix-Factorization-Part-1-Understanding-Its/ta-p/973592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ies.sas.com/t5/SAS-Communities-Library/Non-negative-Matrix-Factorization-Part-1-Understanding-Its/ta-p/973592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365princess.com/blogs/test1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ndrixroa/in-case-of-fir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1814" y="646702"/>
            <a:ext cx="4753841" cy="1790700"/>
          </a:xfrm>
        </p:spPr>
        <p:txBody>
          <a:bodyPr>
            <a:normAutofit/>
          </a:bodyPr>
          <a:lstStyle/>
          <a:p>
            <a:r>
              <a:rPr lang="en-AU" sz="54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456" y="3974415"/>
            <a:ext cx="6858000" cy="1241822"/>
          </a:xfrm>
        </p:spPr>
        <p:txBody>
          <a:bodyPr>
            <a:normAutofit/>
          </a:bodyPr>
          <a:lstStyle/>
          <a:p>
            <a:endParaRPr lang="en-AU" sz="2700" dirty="0">
              <a:latin typeface="Montserrat SemiBold" panose="00000700000000000000" pitchFamily="50" charset="0"/>
            </a:endParaRPr>
          </a:p>
          <a:p>
            <a:r>
              <a:rPr lang="en-AU" sz="27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787" y="2492194"/>
            <a:ext cx="3373338" cy="86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574" y="1394848"/>
            <a:ext cx="8499764" cy="1241822"/>
          </a:xfrm>
        </p:spPr>
        <p:txBody>
          <a:bodyPr>
            <a:normAutofit fontScale="90000"/>
          </a:bodyPr>
          <a:lstStyle/>
          <a:p>
            <a:r>
              <a:rPr lang="en-AU" sz="5400" dirty="0">
                <a:latin typeface="Montserrat SemiBold" panose="00000700000000000000" pitchFamily="50" charset="0"/>
              </a:rPr>
              <a:t>R Package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3974415"/>
            <a:ext cx="9143999" cy="1241822"/>
          </a:xfrm>
        </p:spPr>
        <p:txBody>
          <a:bodyPr>
            <a:normAutofit/>
          </a:bodyPr>
          <a:lstStyle/>
          <a:p>
            <a:r>
              <a:rPr lang="en-AU" sz="2700" dirty="0">
                <a:latin typeface="Montserrat SemiBold" panose="00000700000000000000" pitchFamily="50" charset="0"/>
              </a:rPr>
              <a:t>Session #: Session Name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459" y="5564852"/>
            <a:ext cx="1066557" cy="27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86403"/>
            <a:ext cx="7886700" cy="4485193"/>
          </a:xfrm>
        </p:spPr>
        <p:txBody>
          <a:bodyPr>
            <a:normAutofit/>
          </a:bodyPr>
          <a:lstStyle/>
          <a:p>
            <a:pPr algn="ctr"/>
            <a:r>
              <a:rPr lang="en-AU" sz="66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A675FF3-F5C4-4D9D-72F6-339B99ED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64267"/>
            <a:ext cx="7886700" cy="2852738"/>
          </a:xfrm>
        </p:spPr>
        <p:txBody>
          <a:bodyPr/>
          <a:lstStyle/>
          <a:p>
            <a:r>
              <a:rPr lang="en-US" b="1" dirty="0"/>
              <a:t>R Package Development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C2150F-A588-4511-139C-D809D8400571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Instructor: Adrien Osakwe</a:t>
            </a:r>
          </a:p>
          <a:p>
            <a:pPr marL="0" indent="0">
              <a:buNone/>
            </a:pPr>
            <a:r>
              <a:rPr lang="en-US" dirty="0"/>
              <a:t>Facilitators: Zahra </a:t>
            </a:r>
            <a:r>
              <a:rPr lang="en-US" dirty="0" err="1"/>
              <a:t>Tavakol</a:t>
            </a:r>
            <a:r>
              <a:rPr lang="en-US" dirty="0"/>
              <a:t> Hamedani  &amp; Megan Tsao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2B557A83-72AC-9342-6D18-444AE41A1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5644"/>
            <a:ext cx="1414813" cy="36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3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5F73-B013-963A-D1CB-52E30315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2790-152D-DE5F-2FAF-B760E8B2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327" y="1575134"/>
            <a:ext cx="5777345" cy="1006479"/>
          </a:xfrm>
        </p:spPr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160CF1-85A2-2DD7-0108-20A7A9625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1" y="5938598"/>
            <a:ext cx="2878667" cy="741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CA6E37-79B4-0F33-25C6-20818B66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977" y="3004898"/>
            <a:ext cx="2933700" cy="2933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1DF32-8C96-06EB-FD81-76CF48CDB968}"/>
              </a:ext>
            </a:extLst>
          </p:cNvPr>
          <p:cNvSpPr txBox="1"/>
          <p:nvPr/>
        </p:nvSpPr>
        <p:spPr>
          <a:xfrm>
            <a:off x="5814836" y="2820168"/>
            <a:ext cx="257598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Biostatistics Section – SSC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E06B8-E8F3-D80F-BE9D-5DC206AE9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24" y="3004898"/>
            <a:ext cx="2933700" cy="2933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E6497E-F65F-BEF8-699D-1EAAAAE0E66A}"/>
              </a:ext>
            </a:extLst>
          </p:cNvPr>
          <p:cNvSpPr txBox="1"/>
          <p:nvPr/>
        </p:nvSpPr>
        <p:spPr>
          <a:xfrm>
            <a:off x="1102610" y="2829403"/>
            <a:ext cx="187712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MiCM</a:t>
            </a:r>
            <a:r>
              <a:rPr lang="en-US" dirty="0"/>
              <a:t> Mailing List</a:t>
            </a:r>
          </a:p>
        </p:txBody>
      </p:sp>
    </p:spTree>
    <p:extLst>
      <p:ext uri="{BB962C8B-B14F-4D97-AF65-F5344CB8AC3E}">
        <p14:creationId xmlns:p14="http://schemas.microsoft.com/office/powerpoint/2010/main" val="269254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D453-1B50-891F-EA57-93BE367E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774D-2E53-E4B2-B8EA-360BC110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Building a Package</a:t>
            </a:r>
          </a:p>
          <a:p>
            <a:pPr lvl="1"/>
            <a:r>
              <a:rPr lang="en-US" dirty="0"/>
              <a:t>Why build a package</a:t>
            </a:r>
          </a:p>
          <a:p>
            <a:pPr lvl="1"/>
            <a:r>
              <a:rPr lang="en-US" dirty="0"/>
              <a:t>Structure and implementation</a:t>
            </a:r>
          </a:p>
          <a:p>
            <a:pPr lvl="1"/>
            <a:r>
              <a:rPr lang="en-US" dirty="0"/>
              <a:t>Unit testing</a:t>
            </a:r>
          </a:p>
          <a:p>
            <a:pPr lvl="1"/>
            <a:r>
              <a:rPr lang="en-US" dirty="0"/>
              <a:t>Documentation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Refresher (optional)</a:t>
            </a:r>
          </a:p>
          <a:p>
            <a:pPr marL="457088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GitHub Actions</a:t>
            </a:r>
          </a:p>
          <a:p>
            <a:pPr lvl="1"/>
            <a:r>
              <a:rPr lang="en-US" dirty="0"/>
              <a:t>Automating package maintenance</a:t>
            </a:r>
          </a:p>
          <a:p>
            <a:pPr lvl="1"/>
            <a:r>
              <a:rPr lang="en-US" dirty="0"/>
              <a:t>Installation &amp; Testing workflow</a:t>
            </a:r>
          </a:p>
          <a:p>
            <a:pPr lvl="1"/>
            <a:r>
              <a:rPr lang="en-US" dirty="0"/>
              <a:t>Handling Issues &amp; Pull requests</a:t>
            </a:r>
          </a:p>
        </p:txBody>
      </p:sp>
    </p:spTree>
    <p:extLst>
      <p:ext uri="{BB962C8B-B14F-4D97-AF65-F5344CB8AC3E}">
        <p14:creationId xmlns:p14="http://schemas.microsoft.com/office/powerpoint/2010/main" val="360272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7B23-9982-9545-364F-882A5D8F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Making the most of the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526D1-78C0-23B8-D5FD-2E5D1A26E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Consider making a fork of the workshop repository</a:t>
            </a:r>
          </a:p>
          <a:p>
            <a:endParaRPr lang="en-CA" dirty="0"/>
          </a:p>
          <a:p>
            <a:r>
              <a:rPr lang="en-CA" dirty="0"/>
              <a:t>This will allow you to make modifications and test the workflows yourself!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CE176-5EB8-4001-AC4C-CF21FB516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3582"/>
            <a:ext cx="9144000" cy="91279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E05A080-C8E3-85C2-FB5C-907D5AB37CB4}"/>
              </a:ext>
            </a:extLst>
          </p:cNvPr>
          <p:cNvSpPr/>
          <p:nvPr/>
        </p:nvSpPr>
        <p:spPr>
          <a:xfrm>
            <a:off x="7138555" y="4416136"/>
            <a:ext cx="987136" cy="779319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10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F382-9755-2FB2-05EC-2D2D9D06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CF8068E-9C93-CB78-065E-0CAF6A6B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/>
          <a:lstStyle/>
          <a:p>
            <a:r>
              <a:rPr lang="en-US" dirty="0"/>
              <a:t>1. Building a Package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7F97BAE-EB99-BD48-AC9F-7A5393A145C6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5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2992-2D2C-03B2-20A7-FA3CFD5F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bother with packages?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67DD5-AD34-86CF-5CE0-F971881A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“Works on my machine”</a:t>
            </a:r>
          </a:p>
          <a:p>
            <a:pPr lvl="1"/>
            <a:r>
              <a:rPr lang="en-CA" dirty="0"/>
              <a:t>What about other users?</a:t>
            </a:r>
          </a:p>
          <a:p>
            <a:pPr lvl="1"/>
            <a:endParaRPr lang="en-CA" dirty="0"/>
          </a:p>
          <a:p>
            <a:r>
              <a:rPr lang="en-CA" dirty="0"/>
              <a:t>“Using different scripts with source() is enough”</a:t>
            </a:r>
          </a:p>
          <a:p>
            <a:pPr lvl="1"/>
            <a:r>
              <a:rPr lang="en-CA" dirty="0"/>
              <a:t>How do you handle file paths in different projects?</a:t>
            </a:r>
          </a:p>
          <a:p>
            <a:pPr lvl="1"/>
            <a:endParaRPr lang="en-CA" dirty="0"/>
          </a:p>
          <a:p>
            <a:r>
              <a:rPr lang="en-CA" dirty="0"/>
              <a:t>“I already have all the packages installed”</a:t>
            </a:r>
          </a:p>
          <a:p>
            <a:pPr lvl="1"/>
            <a:r>
              <a:rPr lang="en-CA" dirty="0"/>
              <a:t>Can you ensure reproducibility?</a:t>
            </a:r>
          </a:p>
          <a:p>
            <a:pPr lvl="1"/>
            <a:endParaRPr lang="en-CA" dirty="0"/>
          </a:p>
          <a:p>
            <a:r>
              <a:rPr lang="en-CA" dirty="0"/>
              <a:t>“I still have features to add”</a:t>
            </a:r>
          </a:p>
          <a:p>
            <a:pPr lvl="1"/>
            <a:r>
              <a:rPr lang="en-CA" dirty="0"/>
              <a:t>What if the code breaks? Will you know if it does?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754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245876-087E-37FF-2A45-491803B93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/>
          <a:lstStyle/>
          <a:p>
            <a:r>
              <a:rPr lang="en-CA" dirty="0"/>
              <a:t>Explore the 1_Simple_Scripts folder</a:t>
            </a:r>
          </a:p>
          <a:p>
            <a:endParaRPr lang="en-CA" dirty="0"/>
          </a:p>
          <a:p>
            <a:r>
              <a:rPr lang="en-CA" dirty="0"/>
              <a:t>Try running the code</a:t>
            </a:r>
          </a:p>
          <a:p>
            <a:endParaRPr lang="en-CA" dirty="0"/>
          </a:p>
          <a:p>
            <a:r>
              <a:rPr lang="en-CA" dirty="0"/>
              <a:t>What would happen if you wanted to run this in a different folder?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AE3FC0-C652-C431-6A10-987A06B22130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680839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3326-375A-A79A-4BC9-E0842933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package?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875C8-BD73-F266-4045-06FC436A3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4504459" cy="4351335"/>
          </a:xfrm>
        </p:spPr>
        <p:txBody>
          <a:bodyPr>
            <a:normAutofit/>
          </a:bodyPr>
          <a:lstStyle/>
          <a:p>
            <a:r>
              <a:rPr lang="en-CA" dirty="0"/>
              <a:t>Set of reusable functions</a:t>
            </a:r>
          </a:p>
          <a:p>
            <a:endParaRPr lang="en-CA" dirty="0"/>
          </a:p>
          <a:p>
            <a:r>
              <a:rPr lang="en-CA" dirty="0"/>
              <a:t>Standardized formatting</a:t>
            </a:r>
          </a:p>
          <a:p>
            <a:r>
              <a:rPr lang="en-CA" dirty="0"/>
              <a:t>No file path needed</a:t>
            </a:r>
          </a:p>
          <a:p>
            <a:endParaRPr lang="en-CA" dirty="0"/>
          </a:p>
          <a:p>
            <a:r>
              <a:rPr lang="en-CA" dirty="0"/>
              <a:t>Facilitates installation</a:t>
            </a:r>
          </a:p>
          <a:p>
            <a:r>
              <a:rPr lang="en-CA" dirty="0"/>
              <a:t>Automates dependencies</a:t>
            </a:r>
          </a:p>
        </p:txBody>
      </p:sp>
      <p:pic>
        <p:nvPicPr>
          <p:cNvPr id="1028" name="Picture 4" descr="Top 9 R packages (that every Data Scientist must know)">
            <a:extLst>
              <a:ext uri="{FF2B5EF4-FFF2-40B4-BE49-F238E27FC236}">
                <a16:creationId xmlns:a16="http://schemas.microsoft.com/office/drawing/2014/main" id="{C0119C7F-7394-3714-73BC-BFB0C9254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73" y="2432497"/>
            <a:ext cx="4355359" cy="238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0355F1-DDBE-FD70-D0E2-5E76497DC6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90" t="43434" r="16684" b="37472"/>
          <a:stretch>
            <a:fillRect/>
          </a:stretch>
        </p:blipFill>
        <p:spPr>
          <a:xfrm>
            <a:off x="628649" y="5428010"/>
            <a:ext cx="4213514" cy="8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45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5D2F-58F2-9087-C234-C1A51D2D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Today’s Example: </a:t>
            </a:r>
            <a:r>
              <a:rPr lang="en-CA" dirty="0" err="1"/>
              <a:t>bioNMF</a:t>
            </a:r>
            <a:r>
              <a:rPr lang="en-CA" dirty="0"/>
              <a:t>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0FA8-5BD8-7184-15EB-808A3AE6A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will be working on a </a:t>
            </a:r>
            <a:r>
              <a:rPr lang="en-CA" b="1" dirty="0"/>
              <a:t>non-negative matrix factorization (NMF)</a:t>
            </a:r>
            <a:r>
              <a:rPr lang="en-CA" dirty="0"/>
              <a:t> package</a:t>
            </a:r>
          </a:p>
          <a:p>
            <a:r>
              <a:rPr lang="en-CA" dirty="0"/>
              <a:t>NMF decomposes data into </a:t>
            </a:r>
            <a:r>
              <a:rPr lang="en-CA" b="1" dirty="0"/>
              <a:t>clusters </a:t>
            </a:r>
            <a:r>
              <a:rPr lang="en-CA" dirty="0"/>
              <a:t>(r dimension)</a:t>
            </a:r>
          </a:p>
          <a:p>
            <a:r>
              <a:rPr lang="en-CA" dirty="0"/>
              <a:t>Common for count data (gene expression)</a:t>
            </a:r>
          </a:p>
          <a:p>
            <a:endParaRPr lang="en-CA" dirty="0"/>
          </a:p>
          <a:p>
            <a:r>
              <a:rPr lang="en-CA" dirty="0"/>
              <a:t>Samples (patients) – n</a:t>
            </a:r>
          </a:p>
          <a:p>
            <a:r>
              <a:rPr lang="en-CA" dirty="0"/>
              <a:t>Features (genes) – p</a:t>
            </a:r>
          </a:p>
          <a:p>
            <a:r>
              <a:rPr lang="en-CA" dirty="0"/>
              <a:t>Clusters (programs) – r</a:t>
            </a:r>
          </a:p>
          <a:p>
            <a:endParaRPr lang="en-C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CF7EE0-9283-0D3D-0FF8-DB1D3BE0E505}"/>
              </a:ext>
            </a:extLst>
          </p:cNvPr>
          <p:cNvGrpSpPr/>
          <p:nvPr/>
        </p:nvGrpSpPr>
        <p:grpSpPr>
          <a:xfrm>
            <a:off x="4416137" y="3844636"/>
            <a:ext cx="4613564" cy="3013364"/>
            <a:chOff x="824012" y="3674928"/>
            <a:chExt cx="3935816" cy="2214411"/>
          </a:xfrm>
        </p:grpSpPr>
        <p:pic>
          <p:nvPicPr>
            <p:cNvPr id="4" name="Picture 3" descr="Non-negative Matrix Factorization (Part 1): Understanding Its Importance  and Applications">
              <a:extLst>
                <a:ext uri="{FF2B5EF4-FFF2-40B4-BE49-F238E27FC236}">
                  <a16:creationId xmlns:a16="http://schemas.microsoft.com/office/drawing/2014/main" id="{4A89B8C9-C236-A3EB-95C8-643E9A3C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25" r="4304"/>
            <a:stretch>
              <a:fillRect/>
            </a:stretch>
          </p:blipFill>
          <p:spPr>
            <a:xfrm>
              <a:off x="824012" y="3674928"/>
              <a:ext cx="3935816" cy="178217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B307C6-CD8E-A0BE-F92E-FBFC0373D618}"/>
                </a:ext>
              </a:extLst>
            </p:cNvPr>
            <p:cNvSpPr txBox="1"/>
            <p:nvPr/>
          </p:nvSpPr>
          <p:spPr>
            <a:xfrm>
              <a:off x="2371518" y="5519879"/>
              <a:ext cx="83127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hlinkClick r:id="rId3"/>
                </a:rPr>
                <a:t>Source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99850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0B86-C902-28D9-6317-2E97E70B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3522-BB7F-C1AA-3AE9-C6A40BDF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Today’s Example: NMF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AA81-814B-E9E6-2AA0-EE0F6945A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Our NMF package must do the following:</a:t>
            </a:r>
          </a:p>
          <a:p>
            <a:endParaRPr lang="en-CA" dirty="0"/>
          </a:p>
          <a:p>
            <a:r>
              <a:rPr lang="en-CA" dirty="0"/>
              <a:t>Train an NMF model</a:t>
            </a:r>
          </a:p>
          <a:p>
            <a:pPr lvl="1"/>
            <a:r>
              <a:rPr lang="en-CA" dirty="0"/>
              <a:t>Takes X as input, returns W and H</a:t>
            </a:r>
          </a:p>
          <a:p>
            <a:r>
              <a:rPr lang="en-CA" dirty="0"/>
              <a:t>Plot results</a:t>
            </a:r>
          </a:p>
          <a:p>
            <a:pPr lvl="1"/>
            <a:r>
              <a:rPr lang="en-CA" dirty="0"/>
              <a:t>Plot results in W and H</a:t>
            </a:r>
          </a:p>
          <a:p>
            <a:endParaRPr lang="en-CA" dirty="0"/>
          </a:p>
          <a:p>
            <a:endParaRPr lang="en-C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02E7B2-130B-6C52-051D-E72F9E66A5C9}"/>
              </a:ext>
            </a:extLst>
          </p:cNvPr>
          <p:cNvGrpSpPr/>
          <p:nvPr/>
        </p:nvGrpSpPr>
        <p:grpSpPr>
          <a:xfrm>
            <a:off x="4416137" y="3844636"/>
            <a:ext cx="4613564" cy="3013364"/>
            <a:chOff x="824012" y="3674928"/>
            <a:chExt cx="3935816" cy="2214411"/>
          </a:xfrm>
        </p:grpSpPr>
        <p:pic>
          <p:nvPicPr>
            <p:cNvPr id="4" name="Picture 3" descr="Non-negative Matrix Factorization (Part 1): Understanding Its Importance  and Applications">
              <a:extLst>
                <a:ext uri="{FF2B5EF4-FFF2-40B4-BE49-F238E27FC236}">
                  <a16:creationId xmlns:a16="http://schemas.microsoft.com/office/drawing/2014/main" id="{C82BEC67-BBE6-6F0B-5030-2C4FE6612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25" r="4304"/>
            <a:stretch>
              <a:fillRect/>
            </a:stretch>
          </p:blipFill>
          <p:spPr>
            <a:xfrm>
              <a:off x="824012" y="3674928"/>
              <a:ext cx="3935816" cy="178217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0C17DDF-C122-FA69-DF59-F20FE0C91F9D}"/>
                </a:ext>
              </a:extLst>
            </p:cNvPr>
            <p:cNvSpPr txBox="1"/>
            <p:nvPr/>
          </p:nvSpPr>
          <p:spPr>
            <a:xfrm>
              <a:off x="2371518" y="5519879"/>
              <a:ext cx="831272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>
                  <a:hlinkClick r:id="rId3"/>
                </a:rPr>
                <a:t>Source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452007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71D6-6839-5BF1-8658-F5434E94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0208-B0A3-BF37-2E91-C5BEDBE32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747" y="1825627"/>
            <a:ext cx="4421332" cy="4351335"/>
          </a:xfrm>
        </p:spPr>
        <p:txBody>
          <a:bodyPr/>
          <a:lstStyle/>
          <a:p>
            <a:r>
              <a:rPr lang="en-US" dirty="0"/>
              <a:t>Packages are structured to improve readability</a:t>
            </a:r>
          </a:p>
          <a:p>
            <a:endParaRPr lang="en-US" dirty="0"/>
          </a:p>
          <a:p>
            <a:r>
              <a:rPr lang="en-US" dirty="0"/>
              <a:t>Each section has a specific function</a:t>
            </a:r>
          </a:p>
          <a:p>
            <a:endParaRPr lang="en-US" dirty="0"/>
          </a:p>
          <a:p>
            <a:r>
              <a:rPr lang="en-US" dirty="0"/>
              <a:t>Easier to understand, diagnose and contribute to</a:t>
            </a:r>
          </a:p>
        </p:txBody>
      </p:sp>
      <p:pic>
        <p:nvPicPr>
          <p:cNvPr id="2050" name="Picture 2" descr="Components of an R package | R">
            <a:extLst>
              <a:ext uri="{FF2B5EF4-FFF2-40B4-BE49-F238E27FC236}">
                <a16:creationId xmlns:a16="http://schemas.microsoft.com/office/drawing/2014/main" id="{9CF5CCEC-6197-2DAD-9421-BAA0EB1C11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6" r="17253"/>
          <a:stretch>
            <a:fillRect/>
          </a:stretch>
        </p:blipFill>
        <p:spPr bwMode="auto">
          <a:xfrm>
            <a:off x="4882493" y="1219201"/>
            <a:ext cx="4178380" cy="511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22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4D4E7-EDE7-0256-BCB8-80FEA5C9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661A-8663-99E4-A67C-CB9C8FBE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DCD95-E221-7361-554C-FF801933D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747" y="1825627"/>
            <a:ext cx="4596746" cy="48661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DESCRIPTION</a:t>
            </a:r>
          </a:p>
          <a:p>
            <a:pPr lvl="1"/>
            <a:r>
              <a:rPr lang="en-US" dirty="0"/>
              <a:t>Package metadata</a:t>
            </a:r>
          </a:p>
          <a:p>
            <a:pPr lvl="1"/>
            <a:r>
              <a:rPr lang="en-US" dirty="0"/>
              <a:t>Dependencies, authors, version #</a:t>
            </a:r>
          </a:p>
          <a:p>
            <a:endParaRPr lang="en-US" dirty="0"/>
          </a:p>
          <a:p>
            <a:r>
              <a:rPr lang="en-US" dirty="0"/>
              <a:t>NAMESPACE</a:t>
            </a:r>
          </a:p>
          <a:p>
            <a:pPr lvl="1"/>
            <a:r>
              <a:rPr lang="en-US" dirty="0"/>
              <a:t>Specifies what functions should be visible to users</a:t>
            </a:r>
          </a:p>
          <a:p>
            <a:pPr lvl="1"/>
            <a:r>
              <a:rPr lang="en-US" dirty="0"/>
              <a:t>What dependency functions can be used with the pkg:: syntax</a:t>
            </a:r>
          </a:p>
          <a:p>
            <a:endParaRPr lang="en-US" dirty="0"/>
          </a:p>
          <a:p>
            <a:r>
              <a:rPr lang="en-US" dirty="0"/>
              <a:t>data/ and data-raw/</a:t>
            </a:r>
          </a:p>
          <a:p>
            <a:pPr lvl="1"/>
            <a:r>
              <a:rPr lang="en-US" dirty="0"/>
              <a:t>Store package data (strict format requirements)</a:t>
            </a:r>
          </a:p>
          <a:p>
            <a:pPr lvl="1"/>
            <a:endParaRPr lang="en-US" dirty="0"/>
          </a:p>
        </p:txBody>
      </p:sp>
      <p:pic>
        <p:nvPicPr>
          <p:cNvPr id="2050" name="Picture 2" descr="Components of an R package | R">
            <a:extLst>
              <a:ext uri="{FF2B5EF4-FFF2-40B4-BE49-F238E27FC236}">
                <a16:creationId xmlns:a16="http://schemas.microsoft.com/office/drawing/2014/main" id="{60D50516-BBEF-FBD0-0440-F6214EF8A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6" r="17253"/>
          <a:stretch>
            <a:fillRect/>
          </a:stretch>
        </p:blipFill>
        <p:spPr bwMode="auto">
          <a:xfrm>
            <a:off x="4882493" y="1219201"/>
            <a:ext cx="4178380" cy="511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828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3A9BD-4470-BB22-33E8-D2731E29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E7B6-FDF6-83B4-A093-BF636845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F0FA-7EB8-03C0-FC87-E5A3DA0B9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747" y="1825627"/>
            <a:ext cx="4733062" cy="4351335"/>
          </a:xfrm>
        </p:spPr>
        <p:txBody>
          <a:bodyPr/>
          <a:lstStyle/>
          <a:p>
            <a:r>
              <a:rPr lang="en-US" dirty="0" err="1"/>
              <a:t>inst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Store unstructured assets such as data and templates</a:t>
            </a:r>
          </a:p>
          <a:p>
            <a:r>
              <a:rPr lang="en-US" dirty="0"/>
              <a:t>man/</a:t>
            </a:r>
          </a:p>
          <a:p>
            <a:pPr lvl="1"/>
            <a:r>
              <a:rPr lang="en-US" dirty="0"/>
              <a:t>Store function documentation</a:t>
            </a:r>
          </a:p>
          <a:p>
            <a:r>
              <a:rPr lang="en-US" dirty="0"/>
              <a:t>tests/</a:t>
            </a:r>
          </a:p>
          <a:p>
            <a:pPr lvl="1"/>
            <a:r>
              <a:rPr lang="en-US" dirty="0"/>
              <a:t>Store package tests</a:t>
            </a:r>
          </a:p>
          <a:p>
            <a:r>
              <a:rPr lang="en-US" dirty="0"/>
              <a:t>vignettes/</a:t>
            </a:r>
          </a:p>
          <a:p>
            <a:pPr lvl="1"/>
            <a:r>
              <a:rPr lang="en-US" dirty="0"/>
              <a:t>Package tutorials</a:t>
            </a:r>
          </a:p>
        </p:txBody>
      </p:sp>
      <p:pic>
        <p:nvPicPr>
          <p:cNvPr id="2050" name="Picture 2" descr="Components of an R package | R">
            <a:extLst>
              <a:ext uri="{FF2B5EF4-FFF2-40B4-BE49-F238E27FC236}">
                <a16:creationId xmlns:a16="http://schemas.microsoft.com/office/drawing/2014/main" id="{BAFF9FFC-5A14-B382-D910-785CAF058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6" r="17253"/>
          <a:stretch>
            <a:fillRect/>
          </a:stretch>
        </p:blipFill>
        <p:spPr bwMode="auto">
          <a:xfrm>
            <a:off x="4965620" y="1219201"/>
            <a:ext cx="4178380" cy="511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493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9004-9984-DCB3-CF53-9DAFD96F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EDF49E-138B-3D35-3C54-8B3CEA5BAD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>
            <a:normAutofit/>
          </a:bodyPr>
          <a:lstStyle/>
          <a:p>
            <a:r>
              <a:rPr lang="en-CA" dirty="0"/>
              <a:t>Explore the 2_Simple_Package structure</a:t>
            </a:r>
          </a:p>
          <a:p>
            <a:endParaRPr lang="en-CA" dirty="0"/>
          </a:p>
          <a:p>
            <a:r>
              <a:rPr lang="en-CA" dirty="0"/>
              <a:t>Click the ‘Build’ button at the top right</a:t>
            </a:r>
          </a:p>
          <a:p>
            <a:pPr lvl="1"/>
            <a:r>
              <a:rPr lang="en-CA" dirty="0"/>
              <a:t>Try running ‘install’</a:t>
            </a:r>
          </a:p>
          <a:p>
            <a:pPr lvl="1"/>
            <a:r>
              <a:rPr lang="en-CA" dirty="0"/>
              <a:t>Try running ‘check’</a:t>
            </a:r>
          </a:p>
          <a:p>
            <a:endParaRPr lang="en-CA" dirty="0"/>
          </a:p>
          <a:p>
            <a:r>
              <a:rPr lang="en-CA" b="1" dirty="0"/>
              <a:t>Question: </a:t>
            </a:r>
            <a:r>
              <a:rPr lang="en-CA" dirty="0"/>
              <a:t>where would </a:t>
            </a:r>
            <a:r>
              <a:rPr lang="en-CA" dirty="0" err="1"/>
              <a:t>Rcpp</a:t>
            </a:r>
            <a:r>
              <a:rPr lang="en-CA" dirty="0"/>
              <a:t> scripts be stored?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7C53C61-491E-B6D0-C604-93A668A2E755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3854057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D0E6-A763-E5FF-7519-70084E2B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68F2FA-D711-4EB3-2861-17288F4657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639291"/>
            <a:ext cx="8658743" cy="403167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new R project a select the package template</a:t>
            </a:r>
          </a:p>
          <a:p>
            <a:pPr lvl="1"/>
            <a:r>
              <a:rPr lang="en-US" dirty="0"/>
              <a:t>Include roxygen2 option</a:t>
            </a:r>
          </a:p>
          <a:p>
            <a:pPr marL="457088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simple functions under R/</a:t>
            </a:r>
          </a:p>
          <a:p>
            <a:pPr lvl="1"/>
            <a:r>
              <a:rPr lang="en-US" dirty="0"/>
              <a:t>Either from 1_Simple_Scripts or your own</a:t>
            </a:r>
          </a:p>
          <a:p>
            <a:pPr marL="457088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Include dependencies</a:t>
            </a:r>
          </a:p>
          <a:p>
            <a:pPr lvl="1"/>
            <a:r>
              <a:rPr lang="en-US" dirty="0"/>
              <a:t>List them in the DESCRIPTION file</a:t>
            </a:r>
          </a:p>
          <a:p>
            <a:pPr marL="457088" lvl="1" indent="0">
              <a:buNone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installing with the build tab (top right)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Run the check function in the build tab</a:t>
            </a:r>
            <a:endParaRPr lang="en-US" dirty="0"/>
          </a:p>
          <a:p>
            <a:endParaRPr lang="en-CA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35B5E2-545E-865E-6211-22F2D6D53839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390538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031C-7CAB-319D-E348-1DE323D3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95EC42-55E9-3065-2C15-DCA3C1217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" y="1825627"/>
            <a:ext cx="7808768" cy="4351335"/>
          </a:xfrm>
        </p:spPr>
        <p:txBody>
          <a:bodyPr/>
          <a:lstStyle/>
          <a:p>
            <a:r>
              <a:rPr lang="en-US" dirty="0"/>
              <a:t>Once a package is built, it must remain </a:t>
            </a:r>
            <a:r>
              <a:rPr lang="en-US" b="1" dirty="0"/>
              <a:t>stable</a:t>
            </a:r>
            <a:endParaRPr lang="en-US" dirty="0"/>
          </a:p>
          <a:p>
            <a:r>
              <a:rPr lang="en-US" dirty="0"/>
              <a:t>Tests will</a:t>
            </a:r>
          </a:p>
          <a:p>
            <a:pPr lvl="1"/>
            <a:r>
              <a:rPr lang="en-US" dirty="0"/>
              <a:t>Confirm the current version of the package still works</a:t>
            </a:r>
          </a:p>
          <a:p>
            <a:pPr lvl="1"/>
            <a:r>
              <a:rPr lang="en-US" dirty="0"/>
              <a:t>Alert you if modifications break the codebase</a:t>
            </a:r>
          </a:p>
          <a:p>
            <a:pPr lvl="1"/>
            <a:r>
              <a:rPr lang="en-US" dirty="0"/>
              <a:t>Help </a:t>
            </a:r>
            <a:r>
              <a:rPr lang="en-US" b="1" dirty="0"/>
              <a:t>identify</a:t>
            </a:r>
            <a:r>
              <a:rPr lang="en-US" dirty="0"/>
              <a:t> and </a:t>
            </a:r>
            <a:r>
              <a:rPr lang="en-US" b="1" dirty="0"/>
              <a:t>diagnose </a:t>
            </a:r>
            <a:r>
              <a:rPr lang="en-US" dirty="0"/>
              <a:t>future bugs</a:t>
            </a:r>
          </a:p>
          <a:p>
            <a:pPr lvl="2"/>
            <a:r>
              <a:rPr lang="en-US" dirty="0"/>
              <a:t>Changes in package dependencies</a:t>
            </a:r>
          </a:p>
          <a:p>
            <a:pPr lvl="2"/>
            <a:r>
              <a:rPr lang="en-US" dirty="0"/>
              <a:t>Unanticipated dataset traits</a:t>
            </a:r>
          </a:p>
        </p:txBody>
      </p:sp>
      <p:pic>
        <p:nvPicPr>
          <p:cNvPr id="6" name="Picture 5" descr="Unit Testing for R • testthat">
            <a:extLst>
              <a:ext uri="{FF2B5EF4-FFF2-40B4-BE49-F238E27FC236}">
                <a16:creationId xmlns:a16="http://schemas.microsoft.com/office/drawing/2014/main" id="{E8C5C767-BED9-3AB8-B0E6-63B06A052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229" y="0"/>
            <a:ext cx="1581771" cy="1825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64369A-0A5E-BAA3-BD5A-43AEA8A7B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855" y="3972486"/>
            <a:ext cx="3953744" cy="25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35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492F-F80E-B379-EDEF-4B91DA7F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Tests – Quality over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8B0B-5D5D-D6AE-7CE9-0D0F9134C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645" y="1825627"/>
            <a:ext cx="8260773" cy="4351335"/>
          </a:xfrm>
        </p:spPr>
        <p:txBody>
          <a:bodyPr/>
          <a:lstStyle/>
          <a:p>
            <a:r>
              <a:rPr lang="en-US" dirty="0"/>
              <a:t>Have a lot of tests does not guarantee stability</a:t>
            </a:r>
          </a:p>
          <a:p>
            <a:pPr lvl="1"/>
            <a:r>
              <a:rPr lang="en-US" dirty="0"/>
              <a:t>Some are relatively simple and can become redundant</a:t>
            </a:r>
          </a:p>
          <a:p>
            <a:endParaRPr lang="en-US" dirty="0"/>
          </a:p>
          <a:p>
            <a:r>
              <a:rPr lang="en-US" dirty="0"/>
              <a:t>Tests must:</a:t>
            </a:r>
          </a:p>
          <a:p>
            <a:pPr lvl="1"/>
            <a:r>
              <a:rPr lang="en-US" dirty="0"/>
              <a:t>Check for edge cases</a:t>
            </a:r>
          </a:p>
          <a:p>
            <a:pPr lvl="1"/>
            <a:r>
              <a:rPr lang="en-US" dirty="0"/>
              <a:t>Check function assumptions</a:t>
            </a:r>
          </a:p>
          <a:p>
            <a:pPr lvl="1"/>
            <a:r>
              <a:rPr lang="en-US" dirty="0"/>
              <a:t>Check past bugs</a:t>
            </a:r>
          </a:p>
        </p:txBody>
      </p:sp>
    </p:spTree>
    <p:extLst>
      <p:ext uri="{BB962C8B-B14F-4D97-AF65-F5344CB8AC3E}">
        <p14:creationId xmlns:p14="http://schemas.microsoft.com/office/powerpoint/2010/main" val="37029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8AB8-BE41-D511-3C94-427AED3B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4F0872-B9BE-E918-DFBC-A755DF0542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/>
          <a:lstStyle/>
          <a:p>
            <a:r>
              <a:rPr lang="en-CA" dirty="0"/>
              <a:t>In the build tab, click the ‘test’ option to run tests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Alternatively, run </a:t>
            </a:r>
            <a:r>
              <a:rPr lang="en-CA" dirty="0" err="1"/>
              <a:t>devtools</a:t>
            </a:r>
            <a:r>
              <a:rPr lang="en-CA" dirty="0"/>
              <a:t>::test() in the console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8BE015-8B48-7249-7981-39E59A32B7CA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608068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AF01-8823-1607-7201-0F853B26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210550" cy="1325565"/>
          </a:xfrm>
        </p:spPr>
        <p:txBody>
          <a:bodyPr/>
          <a:lstStyle/>
          <a:p>
            <a:r>
              <a:rPr lang="en-US" dirty="0"/>
              <a:t>Unit tests –</a:t>
            </a:r>
            <a:r>
              <a:rPr lang="en-US" b="1" dirty="0"/>
              <a:t> Coverage</a:t>
            </a:r>
            <a:r>
              <a:rPr lang="en-US" dirty="0"/>
              <a:t> over quantity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3682-CC01-929C-3DB9-F1AD7558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Having a lot of tests does not guarantee </a:t>
            </a:r>
            <a:r>
              <a:rPr lang="en-US" b="1" dirty="0"/>
              <a:t>all</a:t>
            </a:r>
            <a:r>
              <a:rPr lang="en-US" dirty="0"/>
              <a:t> of your code is working</a:t>
            </a:r>
          </a:p>
          <a:p>
            <a:endParaRPr lang="en-US" dirty="0"/>
          </a:p>
          <a:p>
            <a:r>
              <a:rPr lang="en-US" b="1" dirty="0"/>
              <a:t>Code coverage </a:t>
            </a:r>
            <a:r>
              <a:rPr lang="en-US" dirty="0"/>
              <a:t> is the % of your codebase that gets executed </a:t>
            </a:r>
            <a:r>
              <a:rPr lang="en-US" b="1" dirty="0"/>
              <a:t>at least once</a:t>
            </a:r>
            <a:r>
              <a:rPr lang="en-US" dirty="0"/>
              <a:t> during testing</a:t>
            </a:r>
          </a:p>
          <a:p>
            <a:endParaRPr lang="en-US" b="1" dirty="0"/>
          </a:p>
          <a:p>
            <a:r>
              <a:rPr lang="en-US" b="1" dirty="0"/>
              <a:t>Low code coverage</a:t>
            </a:r>
            <a:r>
              <a:rPr lang="en-US" dirty="0"/>
              <a:t> – a lot of code behavior is unchecked</a:t>
            </a:r>
          </a:p>
          <a:p>
            <a:endParaRPr lang="en-US" dirty="0"/>
          </a:p>
          <a:p>
            <a:r>
              <a:rPr lang="en-US" dirty="0"/>
              <a:t>Can check with </a:t>
            </a:r>
            <a:r>
              <a:rPr lang="en-US" b="1" dirty="0" err="1"/>
              <a:t>covr</a:t>
            </a:r>
            <a:r>
              <a:rPr lang="en-US" b="1" dirty="0"/>
              <a:t>::</a:t>
            </a:r>
            <a:r>
              <a:rPr lang="en-US" b="1" dirty="0" err="1"/>
              <a:t>package_coverage</a:t>
            </a:r>
            <a:r>
              <a:rPr lang="en-US" b="1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07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2300-1D87-27D4-1F58-37E791D0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877D4-CF32-3932-6A6E-0D69A92E93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/>
          <a:lstStyle/>
          <a:p>
            <a:r>
              <a:rPr lang="en-CA" dirty="0"/>
              <a:t>Run </a:t>
            </a:r>
            <a:r>
              <a:rPr lang="en-CA" dirty="0" err="1"/>
              <a:t>covr</a:t>
            </a:r>
            <a:r>
              <a:rPr lang="en-CA" dirty="0"/>
              <a:t>::</a:t>
            </a:r>
            <a:r>
              <a:rPr lang="en-CA" dirty="0" err="1"/>
              <a:t>package_coverage</a:t>
            </a:r>
            <a:r>
              <a:rPr lang="en-CA" dirty="0"/>
              <a:t>() in the console</a:t>
            </a:r>
          </a:p>
          <a:p>
            <a:pPr lvl="1"/>
            <a:r>
              <a:rPr lang="en-CA" dirty="0"/>
              <a:t>How much coverage do the tests have?</a:t>
            </a:r>
          </a:p>
          <a:p>
            <a:pPr lvl="1"/>
            <a:endParaRPr lang="en-CA" dirty="0"/>
          </a:p>
          <a:p>
            <a:r>
              <a:rPr lang="en-CA" dirty="0"/>
              <a:t>Run </a:t>
            </a:r>
            <a:r>
              <a:rPr lang="en-CA" dirty="0" err="1"/>
              <a:t>covr</a:t>
            </a:r>
            <a:r>
              <a:rPr lang="en-CA" dirty="0"/>
              <a:t>::report() to inspect the code coverage</a:t>
            </a:r>
          </a:p>
          <a:p>
            <a:pPr lvl="1"/>
            <a:r>
              <a:rPr lang="en-CA" dirty="0"/>
              <a:t>Try to make new tests that improve code coverage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8F37C7-24F4-47A1-0FC1-D6002BE72BA7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720366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7ACB-B862-C772-440F-B68C684D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should I build the package?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EA5D-CC38-591E-6074-185129DD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58" y="1697906"/>
            <a:ext cx="5626678" cy="480377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Often done after a project is completed</a:t>
            </a:r>
          </a:p>
          <a:p>
            <a:pPr lvl="1"/>
            <a:r>
              <a:rPr lang="en-CA" b="1" dirty="0"/>
              <a:t>Will require a lot of refactoring</a:t>
            </a:r>
          </a:p>
          <a:p>
            <a:pPr lvl="1"/>
            <a:endParaRPr lang="en-CA" dirty="0"/>
          </a:p>
          <a:p>
            <a:r>
              <a:rPr lang="en-CA" dirty="0"/>
              <a:t>Suggestion: as soon as your model works</a:t>
            </a:r>
          </a:p>
          <a:p>
            <a:pPr lvl="1"/>
            <a:r>
              <a:rPr lang="en-CA" dirty="0"/>
              <a:t>Easier to manage documenting functions</a:t>
            </a:r>
          </a:p>
          <a:p>
            <a:pPr lvl="1"/>
            <a:r>
              <a:rPr lang="en-CA" dirty="0"/>
              <a:t>Easier to accumulate tests</a:t>
            </a:r>
          </a:p>
          <a:p>
            <a:pPr lvl="1"/>
            <a:endParaRPr lang="en-CA" dirty="0"/>
          </a:p>
          <a:p>
            <a:r>
              <a:rPr lang="en-CA" dirty="0"/>
              <a:t>Switching to a package early on </a:t>
            </a:r>
            <a:r>
              <a:rPr lang="en-CA" b="1" dirty="0"/>
              <a:t>will save time </a:t>
            </a:r>
            <a:r>
              <a:rPr lang="en-CA" dirty="0"/>
              <a:t>an </a:t>
            </a:r>
            <a:r>
              <a:rPr lang="en-CA"/>
              <a:t>avoid </a:t>
            </a:r>
            <a:r>
              <a:rPr lang="en-CA" b="1"/>
              <a:t>technical debt</a:t>
            </a:r>
            <a:endParaRPr lang="en-CA" b="1" dirty="0"/>
          </a:p>
          <a:p>
            <a:endParaRPr lang="en-CA" dirty="0"/>
          </a:p>
        </p:txBody>
      </p:sp>
      <p:pic>
        <p:nvPicPr>
          <p:cNvPr id="4" name="Picture 3" descr="The benefits of testing (beyond working apps)">
            <a:extLst>
              <a:ext uri="{FF2B5EF4-FFF2-40B4-BE49-F238E27FC236}">
                <a16:creationId xmlns:a16="http://schemas.microsoft.com/office/drawing/2014/main" id="{52C16FE1-7186-795C-8F0F-FD99EB18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09" y="1987427"/>
            <a:ext cx="3159205" cy="3172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1F7038-F9F4-5E37-1747-2534A9C638F1}"/>
              </a:ext>
            </a:extLst>
          </p:cNvPr>
          <p:cNvSpPr txBox="1"/>
          <p:nvPr/>
        </p:nvSpPr>
        <p:spPr>
          <a:xfrm>
            <a:off x="7066002" y="5155481"/>
            <a:ext cx="86244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/>
              </a:rPr>
              <a:t>Source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3243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072D-5283-F238-3C41-44F30630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244C-619B-07FE-BD5D-98C98E898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401050" cy="4351335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How can we ensure users know </a:t>
            </a:r>
            <a:r>
              <a:rPr lang="en-CA" b="1" dirty="0"/>
              <a:t>how</a:t>
            </a:r>
            <a:r>
              <a:rPr lang="en-CA" dirty="0"/>
              <a:t> to use the package?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GitHub Repo READMEs are </a:t>
            </a:r>
            <a:r>
              <a:rPr lang="en-CA" b="1" dirty="0"/>
              <a:t>not sufficient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Function documentation</a:t>
            </a:r>
          </a:p>
          <a:p>
            <a:r>
              <a:rPr lang="en-CA" b="1" dirty="0"/>
              <a:t>Vignettes</a:t>
            </a:r>
          </a:p>
        </p:txBody>
      </p:sp>
    </p:spTree>
    <p:extLst>
      <p:ext uri="{BB962C8B-B14F-4D97-AF65-F5344CB8AC3E}">
        <p14:creationId xmlns:p14="http://schemas.microsoft.com/office/powerpoint/2010/main" val="2950609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D0A-0BEA-604C-3AAC-1AB4A8B4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A497D-7B3A-420F-9347-CF4D7D052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5082" y="2108922"/>
            <a:ext cx="3943350" cy="40779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Function descriptions</a:t>
            </a:r>
          </a:p>
          <a:p>
            <a:endParaRPr lang="en-US" dirty="0"/>
          </a:p>
          <a:p>
            <a:r>
              <a:rPr lang="en-US" dirty="0"/>
              <a:t>Detailed Argument list</a:t>
            </a:r>
          </a:p>
          <a:p>
            <a:endParaRPr lang="en-US" dirty="0"/>
          </a:p>
          <a:p>
            <a:r>
              <a:rPr lang="en-US" dirty="0"/>
              <a:t>Example (optional)</a:t>
            </a:r>
          </a:p>
          <a:p>
            <a:endParaRPr lang="en-US" dirty="0"/>
          </a:p>
          <a:p>
            <a:r>
              <a:rPr lang="en-US" dirty="0"/>
              <a:t>Rendered via roxygen2</a:t>
            </a:r>
          </a:p>
          <a:p>
            <a:pPr lvl="1"/>
            <a:r>
              <a:rPr lang="en-US" dirty="0"/>
              <a:t>Stored in </a:t>
            </a:r>
            <a:r>
              <a:rPr lang="en-US" b="1" u="sng" dirty="0"/>
              <a:t>man/</a:t>
            </a:r>
          </a:p>
          <a:p>
            <a:pPr lvl="1"/>
            <a:r>
              <a:rPr lang="en-US" dirty="0"/>
              <a:t>roxygen2::</a:t>
            </a:r>
            <a:r>
              <a:rPr lang="en-US" dirty="0" err="1"/>
              <a:t>roxygenise</a:t>
            </a:r>
            <a:r>
              <a:rPr lang="en-US" dirty="0"/>
              <a:t>()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 descr="In-Line Documentation for R • roxygen2">
            <a:extLst>
              <a:ext uri="{FF2B5EF4-FFF2-40B4-BE49-F238E27FC236}">
                <a16:creationId xmlns:a16="http://schemas.microsoft.com/office/drawing/2014/main" id="{71068A26-4012-F0FD-6ACE-F576E55BD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23" y="104342"/>
            <a:ext cx="2286000" cy="26384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B3F4D41-E93C-A097-2B44-640F451B4C42}"/>
              </a:ext>
            </a:extLst>
          </p:cNvPr>
          <p:cNvGrpSpPr/>
          <p:nvPr/>
        </p:nvGrpSpPr>
        <p:grpSpPr>
          <a:xfrm>
            <a:off x="4044435" y="2818818"/>
            <a:ext cx="5111592" cy="3020007"/>
            <a:chOff x="4044435" y="2818818"/>
            <a:chExt cx="5111592" cy="302000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71F02B-5E89-74C9-A19A-331334628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44435" y="3161001"/>
              <a:ext cx="5111592" cy="267782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B0E79C-DC58-1318-A404-826156824F70}"/>
                </a:ext>
              </a:extLst>
            </p:cNvPr>
            <p:cNvSpPr txBox="1"/>
            <p:nvPr/>
          </p:nvSpPr>
          <p:spPr>
            <a:xfrm>
              <a:off x="4044435" y="2818818"/>
              <a:ext cx="3169227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b="1" u="sng" dirty="0"/>
                <a:t>2_Simple_Package/R/</a:t>
              </a:r>
              <a:r>
                <a:rPr lang="en-CA" b="1" u="sng" dirty="0" err="1"/>
                <a:t>nmf_fit.R</a:t>
              </a:r>
              <a:endParaRPr lang="en-CA" b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981103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CF6F-80B3-3D93-1354-F587D694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6888-ADDE-40A2-7304-8E31447D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D167F-4475-118A-FCF1-E95134C49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277" y="1690688"/>
            <a:ext cx="7471063" cy="4077998"/>
          </a:xfrm>
        </p:spPr>
        <p:txBody>
          <a:bodyPr>
            <a:normAutofit/>
          </a:bodyPr>
          <a:lstStyle/>
          <a:p>
            <a:pPr lvl="0"/>
            <a:r>
              <a:rPr lang="en-CA" b="1" dirty="0"/>
              <a:t>@export </a:t>
            </a:r>
          </a:p>
          <a:p>
            <a:pPr lvl="1"/>
            <a:r>
              <a:rPr lang="en-CA" dirty="0"/>
              <a:t>add a function to NAMESPACE</a:t>
            </a:r>
          </a:p>
          <a:p>
            <a:pPr lvl="0"/>
            <a:r>
              <a:rPr lang="en-CA" b="1" dirty="0"/>
              <a:t>@importFrom package </a:t>
            </a:r>
            <a:r>
              <a:rPr lang="en-CA" b="1" dirty="0" err="1"/>
              <a:t>function_name</a:t>
            </a:r>
            <a:endParaRPr lang="en-CA" b="1" dirty="0"/>
          </a:p>
          <a:p>
            <a:pPr lvl="1"/>
            <a:r>
              <a:rPr lang="en-CA" dirty="0"/>
              <a:t>Add function from a dependency to NAMESPACE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  <p:pic>
        <p:nvPicPr>
          <p:cNvPr id="4" name="Picture 3" descr="In-Line Documentation for R • roxygen2">
            <a:extLst>
              <a:ext uri="{FF2B5EF4-FFF2-40B4-BE49-F238E27FC236}">
                <a16:creationId xmlns:a16="http://schemas.microsoft.com/office/drawing/2014/main" id="{A6527F77-4B7D-9678-CB0B-5C189810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23" y="104342"/>
            <a:ext cx="2286000" cy="26384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A74E541-75E3-482C-408B-AC3005CD5DBE}"/>
              </a:ext>
            </a:extLst>
          </p:cNvPr>
          <p:cNvGrpSpPr/>
          <p:nvPr/>
        </p:nvGrpSpPr>
        <p:grpSpPr>
          <a:xfrm>
            <a:off x="4032408" y="3429000"/>
            <a:ext cx="5111592" cy="3020007"/>
            <a:chOff x="4044435" y="2818818"/>
            <a:chExt cx="5111592" cy="302000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96D68C3-6046-622D-AB29-D328467C4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44435" y="3161001"/>
              <a:ext cx="5111592" cy="267782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7C5550-8F15-9FF9-FD0E-65ECF4807013}"/>
                </a:ext>
              </a:extLst>
            </p:cNvPr>
            <p:cNvSpPr txBox="1"/>
            <p:nvPr/>
          </p:nvSpPr>
          <p:spPr>
            <a:xfrm>
              <a:off x="4044435" y="2818818"/>
              <a:ext cx="3169227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b="1" u="sng" dirty="0"/>
                <a:t>2_Simple_Package/R/</a:t>
              </a:r>
              <a:r>
                <a:rPr lang="en-CA" b="1" u="sng" dirty="0" err="1"/>
                <a:t>nmf_fit.R</a:t>
              </a:r>
              <a:endParaRPr lang="en-CA" b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875444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694E1-075C-05DE-97B4-814B3C1B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Vignettes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64E8B-D9C3-9581-C0DA-5E8CCB8B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1825627"/>
            <a:ext cx="4561610" cy="4351335"/>
          </a:xfrm>
        </p:spPr>
        <p:txBody>
          <a:bodyPr/>
          <a:lstStyle/>
          <a:p>
            <a:r>
              <a:rPr lang="en-US" dirty="0"/>
              <a:t>Reproducible tutorials</a:t>
            </a:r>
          </a:p>
          <a:p>
            <a:endParaRPr lang="en-US" dirty="0"/>
          </a:p>
          <a:p>
            <a:r>
              <a:rPr lang="en-US" dirty="0"/>
              <a:t>End-to-end examples</a:t>
            </a:r>
          </a:p>
          <a:p>
            <a:endParaRPr lang="en-US" dirty="0"/>
          </a:p>
          <a:p>
            <a:r>
              <a:rPr lang="en-US" dirty="0"/>
              <a:t>Embed code with context</a:t>
            </a:r>
          </a:p>
          <a:p>
            <a:endParaRPr lang="en-US" dirty="0"/>
          </a:p>
          <a:p>
            <a:r>
              <a:rPr lang="en-US" dirty="0"/>
              <a:t>Rendered via </a:t>
            </a:r>
            <a:r>
              <a:rPr lang="en-US" dirty="0" err="1"/>
              <a:t>Rmarkdown</a:t>
            </a:r>
            <a:endParaRPr lang="en-US" dirty="0"/>
          </a:p>
          <a:p>
            <a:pPr lvl="1"/>
            <a:r>
              <a:rPr lang="en-US" dirty="0"/>
              <a:t>Usually HTML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5CD06-2690-7029-4778-DF6A610D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791" y="1825627"/>
            <a:ext cx="4790209" cy="373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83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1DEC2-4B2B-9C74-EC55-D5EB56C2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97973D-904F-6A6E-62A5-4D86D52AB8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/>
          <a:lstStyle/>
          <a:p>
            <a:r>
              <a:rPr lang="en-CA" dirty="0"/>
              <a:t>Open one of the .R files and try updating the function documentation</a:t>
            </a:r>
          </a:p>
          <a:p>
            <a:pPr lvl="1"/>
            <a:r>
              <a:rPr lang="en-CA" dirty="0"/>
              <a:t>Run roxygen2::</a:t>
            </a:r>
            <a:r>
              <a:rPr lang="en-CA" dirty="0" err="1"/>
              <a:t>roxygenize</a:t>
            </a:r>
            <a:r>
              <a:rPr lang="en-CA" dirty="0"/>
              <a:t>() to update the function manual</a:t>
            </a:r>
          </a:p>
          <a:p>
            <a:pPr lvl="1"/>
            <a:endParaRPr lang="en-CA" dirty="0"/>
          </a:p>
          <a:p>
            <a:r>
              <a:rPr lang="en-CA" dirty="0"/>
              <a:t>Open the vignette and try tweaking the tutorial</a:t>
            </a:r>
          </a:p>
          <a:p>
            <a:pPr lvl="1"/>
            <a:r>
              <a:rPr lang="en-CA" dirty="0"/>
              <a:t>Use </a:t>
            </a:r>
            <a:r>
              <a:rPr lang="en-CA" dirty="0" err="1"/>
              <a:t>knitr</a:t>
            </a:r>
            <a:r>
              <a:rPr lang="en-CA" dirty="0"/>
              <a:t> to render a new html of the file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CA45E4-414E-6F02-91BF-5A28198AF957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482499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5632-C511-A9E9-D340-BEC66751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for Package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F7830-BAE2-3180-F8C1-9C534AA70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585564"/>
          </a:xfrm>
        </p:spPr>
        <p:txBody>
          <a:bodyPr>
            <a:normAutofit/>
          </a:bodyPr>
          <a:lstStyle/>
          <a:p>
            <a:r>
              <a:rPr lang="en-US" b="1" dirty="0"/>
              <a:t>Understand your package first</a:t>
            </a:r>
          </a:p>
          <a:p>
            <a:pPr lvl="1"/>
            <a:r>
              <a:rPr lang="en-US" dirty="0"/>
              <a:t>Build it yourself, expand it with LLMs</a:t>
            </a:r>
          </a:p>
          <a:p>
            <a:pPr lvl="1"/>
            <a:endParaRPr lang="en-US" dirty="0"/>
          </a:p>
          <a:p>
            <a:r>
              <a:rPr lang="en-US" dirty="0"/>
              <a:t>Build tests first </a:t>
            </a:r>
            <a:r>
              <a:rPr lang="en-US" b="1" dirty="0"/>
              <a:t>then</a:t>
            </a:r>
            <a:r>
              <a:rPr lang="en-US" dirty="0"/>
              <a:t> build features</a:t>
            </a:r>
          </a:p>
          <a:p>
            <a:pPr lvl="1"/>
            <a:r>
              <a:rPr lang="en-US" dirty="0"/>
              <a:t>Helps ensure sufficiently correct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Useful for understanding a new codebase</a:t>
            </a:r>
          </a:p>
          <a:p>
            <a:pPr lvl="1"/>
            <a:r>
              <a:rPr lang="en-US" dirty="0"/>
              <a:t>Generate overview/summary of repository</a:t>
            </a:r>
          </a:p>
          <a:p>
            <a:endParaRPr lang="en-US" dirty="0"/>
          </a:p>
          <a:p>
            <a:r>
              <a:rPr lang="en-US" dirty="0"/>
              <a:t>Note: consider looking at the Positron IDE</a:t>
            </a:r>
          </a:p>
        </p:txBody>
      </p:sp>
      <p:pic>
        <p:nvPicPr>
          <p:cNvPr id="4" name="Picture 3" descr="Positron IDE - A new IDE for data science - Dr. Mowinckel's">
            <a:extLst>
              <a:ext uri="{FF2B5EF4-FFF2-40B4-BE49-F238E27FC236}">
                <a16:creationId xmlns:a16="http://schemas.microsoft.com/office/drawing/2014/main" id="{D27F4A7D-677B-CC4F-94AF-E19F273CC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291" y="4465493"/>
            <a:ext cx="1805420" cy="18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50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580C-0F4F-DD10-8691-F4A8794C4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F909B56-63ED-A6A0-7DDF-B5543CA8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/>
          <a:lstStyle/>
          <a:p>
            <a:r>
              <a:rPr lang="en-US" dirty="0"/>
              <a:t>2. Git Refresher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A2BF4B0-BE1F-EF2F-AB38-2B58A2FBD280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3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E868-5A1E-6CCF-2771-80D625384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 &amp; GitHub for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6EC29-84E1-92F7-D1FD-BF1849C4C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336" y="1825627"/>
            <a:ext cx="8738755" cy="4351335"/>
          </a:xfrm>
        </p:spPr>
        <p:txBody>
          <a:bodyPr/>
          <a:lstStyle/>
          <a:p>
            <a:r>
              <a:rPr lang="en-CA" dirty="0"/>
              <a:t>Version control systems like Git are crucial for package development and maintenance</a:t>
            </a:r>
          </a:p>
          <a:p>
            <a:endParaRPr lang="en-CA" dirty="0"/>
          </a:p>
          <a:p>
            <a:r>
              <a:rPr lang="en-CA" dirty="0"/>
              <a:t>Commits help document modifications</a:t>
            </a:r>
          </a:p>
          <a:p>
            <a:r>
              <a:rPr lang="en-CA" dirty="0"/>
              <a:t>Pull requests facilitate code review and checks</a:t>
            </a:r>
          </a:p>
          <a:p>
            <a:r>
              <a:rPr lang="en-CA" dirty="0"/>
              <a:t>GitHub facilitates collaboration with others and access to users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3" descr="GitHub - hendrixroa/in-case-of-fire: Reminder for push changes with git, or  utility in case of FIRE! · GitHub">
            <a:extLst>
              <a:ext uri="{FF2B5EF4-FFF2-40B4-BE49-F238E27FC236}">
                <a16:creationId xmlns:a16="http://schemas.microsoft.com/office/drawing/2014/main" id="{7F110F65-334D-C636-D4FD-B16599FD9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03" y="4707082"/>
            <a:ext cx="2652432" cy="2049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AF911B-8DAF-1E10-1792-6510DA32CA12}"/>
              </a:ext>
            </a:extLst>
          </p:cNvPr>
          <p:cNvSpPr txBox="1"/>
          <p:nvPr/>
        </p:nvSpPr>
        <p:spPr>
          <a:xfrm>
            <a:off x="5787735" y="6373658"/>
            <a:ext cx="89361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3"/>
              </a:rPr>
              <a:t>Source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5883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4517E-9288-0D5B-A398-F1132CA83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Git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5204A-66E1-62C8-EAFB-D6CACFA36AAC}"/>
              </a:ext>
            </a:extLst>
          </p:cNvPr>
          <p:cNvSpPr/>
          <p:nvPr/>
        </p:nvSpPr>
        <p:spPr>
          <a:xfrm>
            <a:off x="600012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3E20-C471-E6A4-893C-741C85778811}"/>
              </a:ext>
            </a:extLst>
          </p:cNvPr>
          <p:cNvSpPr/>
          <p:nvPr/>
        </p:nvSpPr>
        <p:spPr>
          <a:xfrm>
            <a:off x="600012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5FE41-7FD6-2410-5D0A-D65DA926925D}"/>
              </a:ext>
            </a:extLst>
          </p:cNvPr>
          <p:cNvSpPr/>
          <p:nvPr/>
        </p:nvSpPr>
        <p:spPr>
          <a:xfrm>
            <a:off x="3788803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9CA37-FB16-4919-98B3-413C17773A2F}"/>
              </a:ext>
            </a:extLst>
          </p:cNvPr>
          <p:cNvSpPr/>
          <p:nvPr/>
        </p:nvSpPr>
        <p:spPr>
          <a:xfrm>
            <a:off x="6978108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FD7C1-B59F-DE55-DA63-0372381F006F}"/>
              </a:ext>
            </a:extLst>
          </p:cNvPr>
          <p:cNvSpPr/>
          <p:nvPr/>
        </p:nvSpPr>
        <p:spPr>
          <a:xfrm>
            <a:off x="3789060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0E22C-CDF6-915B-605D-C2DE1D234A16}"/>
              </a:ext>
            </a:extLst>
          </p:cNvPr>
          <p:cNvSpPr/>
          <p:nvPr/>
        </p:nvSpPr>
        <p:spPr>
          <a:xfrm>
            <a:off x="6978108" y="38781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65DF6-BB88-2ADD-ECE3-C93B8404A07D}"/>
              </a:ext>
            </a:extLst>
          </p:cNvPr>
          <p:cNvSpPr/>
          <p:nvPr/>
        </p:nvSpPr>
        <p:spPr>
          <a:xfrm>
            <a:off x="6978108" y="51156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FCD23-A970-B5C3-F585-5A5FDE41E3D2}"/>
              </a:ext>
            </a:extLst>
          </p:cNvPr>
          <p:cNvSpPr/>
          <p:nvPr/>
        </p:nvSpPr>
        <p:spPr>
          <a:xfrm>
            <a:off x="3789060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769D43-4669-3B84-477C-F0D71B240CF0}"/>
              </a:ext>
            </a:extLst>
          </p:cNvPr>
          <p:cNvSpPr/>
          <p:nvPr/>
        </p:nvSpPr>
        <p:spPr>
          <a:xfrm>
            <a:off x="2352782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4615A0-A3AE-2822-490B-44861A4DC53D}"/>
              </a:ext>
            </a:extLst>
          </p:cNvPr>
          <p:cNvSpPr/>
          <p:nvPr/>
        </p:nvSpPr>
        <p:spPr>
          <a:xfrm>
            <a:off x="5712323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813187B-9A62-B21D-518D-1C283C5021A3}"/>
              </a:ext>
            </a:extLst>
          </p:cNvPr>
          <p:cNvSpPr/>
          <p:nvPr/>
        </p:nvSpPr>
        <p:spPr>
          <a:xfrm rot="5400000">
            <a:off x="5751984" y="45761"/>
            <a:ext cx="478098" cy="3593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610B5-513F-26CD-F15D-33D9A0F742C4}"/>
              </a:ext>
            </a:extLst>
          </p:cNvPr>
          <p:cNvSpPr txBox="1"/>
          <p:nvPr/>
        </p:nvSpPr>
        <p:spPr>
          <a:xfrm>
            <a:off x="5219272" y="1304818"/>
            <a:ext cx="16546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Git Repository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21739-977F-9F86-5173-7F90976DDF58}"/>
              </a:ext>
            </a:extLst>
          </p:cNvPr>
          <p:cNvSpPr/>
          <p:nvPr/>
        </p:nvSpPr>
        <p:spPr>
          <a:xfrm>
            <a:off x="600012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34AF6-5463-43B7-5722-F40A51B94DA7}"/>
              </a:ext>
            </a:extLst>
          </p:cNvPr>
          <p:cNvSpPr/>
          <p:nvPr/>
        </p:nvSpPr>
        <p:spPr>
          <a:xfrm>
            <a:off x="600012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390601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4" grpId="0" animBg="1"/>
      <p:bldP spid="15" grpId="0" animBg="1"/>
      <p:bldP spid="15" grpId="1" animBg="1"/>
      <p:bldP spid="10" grpId="0" animBg="1"/>
      <p:bldP spid="17" grpId="0" animBg="1"/>
      <p:bldP spid="18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01394-0E36-2559-3716-F14DDC24D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32962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Branch?</a:t>
            </a:r>
            <a:endParaRPr lang="en-CA" dirty="0"/>
          </a:p>
          <a:p>
            <a:r>
              <a:rPr lang="en-CA" dirty="0"/>
              <a:t>A specific “timeline” of your commit history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Allows us to implement new features without harming viable releases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E6399-66DB-A4F8-1DC0-00FC1973F27D}"/>
              </a:ext>
            </a:extLst>
          </p:cNvPr>
          <p:cNvSpPr/>
          <p:nvPr/>
        </p:nvSpPr>
        <p:spPr>
          <a:xfrm>
            <a:off x="887817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B4261-2E52-9C40-9277-26F23C24802F}"/>
              </a:ext>
            </a:extLst>
          </p:cNvPr>
          <p:cNvSpPr/>
          <p:nvPr/>
        </p:nvSpPr>
        <p:spPr>
          <a:xfrm>
            <a:off x="4678600" y="351486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8056-593C-B9BA-1377-F045E09592EC}"/>
              </a:ext>
            </a:extLst>
          </p:cNvPr>
          <p:cNvSpPr/>
          <p:nvPr/>
        </p:nvSpPr>
        <p:spPr>
          <a:xfrm>
            <a:off x="2644268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 Commit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E4FB43-40B0-6D12-C10C-C29B683EE8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01906" y="3934848"/>
            <a:ext cx="542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D8FABC-8EBD-6D54-A8C1-686FE9A951C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3858357" y="3934847"/>
            <a:ext cx="8202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0E158-8C9F-850C-60D3-B6F7D7206C24}"/>
              </a:ext>
            </a:extLst>
          </p:cNvPr>
          <p:cNvSpPr/>
          <p:nvPr/>
        </p:nvSpPr>
        <p:spPr>
          <a:xfrm>
            <a:off x="5773565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92C8B-94F3-A195-C025-D9DC43941867}"/>
              </a:ext>
            </a:extLst>
          </p:cNvPr>
          <p:cNvSpPr txBox="1"/>
          <p:nvPr/>
        </p:nvSpPr>
        <p:spPr>
          <a:xfrm>
            <a:off x="77381" y="3611553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3D678E-1D39-9ACD-0A50-01F9D98B82AC}"/>
              </a:ext>
            </a:extLst>
          </p:cNvPr>
          <p:cNvCxnSpPr>
            <a:stCxn id="5" idx="0"/>
            <a:endCxn id="11" idx="1"/>
          </p:cNvCxnSpPr>
          <p:nvPr/>
        </p:nvCxnSpPr>
        <p:spPr>
          <a:xfrm rot="5400000" flipH="1" flipV="1">
            <a:off x="5009924" y="2751223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6B51-1429-168B-9F9C-2FFC8E1B7026}"/>
              </a:ext>
            </a:extLst>
          </p:cNvPr>
          <p:cNvSpPr txBox="1"/>
          <p:nvPr/>
        </p:nvSpPr>
        <p:spPr>
          <a:xfrm>
            <a:off x="4431419" y="2290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44BA4-D60A-AC0C-CAEB-1EBD5C824F1C}"/>
              </a:ext>
            </a:extLst>
          </p:cNvPr>
          <p:cNvSpPr/>
          <p:nvPr/>
        </p:nvSpPr>
        <p:spPr>
          <a:xfrm>
            <a:off x="7463750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FF158D-9C9B-1725-9745-A306D9260AB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6987654" y="2475502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4F342-6F22-8F2F-E322-FF4244CFB6F7}"/>
              </a:ext>
            </a:extLst>
          </p:cNvPr>
          <p:cNvSpPr/>
          <p:nvPr/>
        </p:nvSpPr>
        <p:spPr>
          <a:xfrm>
            <a:off x="6380609" y="3514863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0C6A20-0353-7747-4CB3-E21081A5F705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5892689" y="3934846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67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/>
      <p:bldP spid="1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4ED5B-D5E5-F844-809F-E08DF87B7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07816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Merge?</a:t>
            </a:r>
          </a:p>
          <a:p>
            <a:pPr marL="0" indent="0">
              <a:buNone/>
            </a:pPr>
            <a:r>
              <a:rPr lang="en-CA" dirty="0"/>
              <a:t>Action that will “merge” the commits from one branch into another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19F52-B570-BB90-DA5E-B02330006593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436DD-5FA5-8054-2341-F495B29771A1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FCC6D-7BF2-0C9B-DF3B-B0BAB7AEB297}"/>
              </a:ext>
            </a:extLst>
          </p:cNvPr>
          <p:cNvSpPr txBox="1"/>
          <p:nvPr/>
        </p:nvSpPr>
        <p:spPr>
          <a:xfrm>
            <a:off x="77381" y="4974207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03A2344-111C-2B84-3DD8-412E221931DB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B8C2A7-4EE7-8FD8-693A-EF4B4B7F89C9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89531-98DF-F167-A59E-6D7FDE752908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88B92-48E0-1402-7D56-6F8EEAF7FB89}"/>
              </a:ext>
            </a:extLst>
          </p:cNvPr>
          <p:cNvSpPr/>
          <p:nvPr/>
        </p:nvSpPr>
        <p:spPr>
          <a:xfrm>
            <a:off x="3126035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3664D5-E59B-1EBD-80A0-82F5A5EFD0F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2638115" y="5297501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F3A554-BB03-DBD2-F325-7DF2302EDBE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C7703-2EF6-5EA9-CC4A-C60D23ED7D1F}"/>
              </a:ext>
            </a:extLst>
          </p:cNvPr>
          <p:cNvSpPr/>
          <p:nvPr/>
        </p:nvSpPr>
        <p:spPr>
          <a:xfrm>
            <a:off x="5898840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8DCFCF-79BB-95E4-97C3-23602F3682AD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340124" y="5297501"/>
            <a:ext cx="15587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120490-EF7C-73D6-55BD-F7433EDCDCC5}"/>
              </a:ext>
            </a:extLst>
          </p:cNvPr>
          <p:cNvCxnSpPr>
            <a:stCxn id="8" idx="3"/>
          </p:cNvCxnSpPr>
          <p:nvPr/>
        </p:nvCxnSpPr>
        <p:spPr>
          <a:xfrm flipH="1">
            <a:off x="5119482" y="3838157"/>
            <a:ext cx="303783" cy="1459343"/>
          </a:xfrm>
          <a:prstGeom prst="bentConnector4">
            <a:avLst>
              <a:gd name="adj1" fmla="val -75251"/>
              <a:gd name="adj2" fmla="val 64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F744A-3CE6-EF3D-850C-06ADFF08670B}"/>
              </a:ext>
            </a:extLst>
          </p:cNvPr>
          <p:cNvSpPr/>
          <p:nvPr/>
        </p:nvSpPr>
        <p:spPr>
          <a:xfrm>
            <a:off x="6405570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 + Patch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A572D4-EA84-D614-D9A7-5AE0EAB2953A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5423265" y="3838157"/>
            <a:ext cx="982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6FB9BDA-A5C6-4A10-3D2D-7DF06AFFE3D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340124" y="3838157"/>
            <a:ext cx="1574293" cy="1459344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05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E5A9-7E25-448A-7B25-CD115DD4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92D08-67DA-D995-2333-15A98C062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9FD5C-1B1C-0943-E58D-6C90F6D5ECC5}"/>
              </a:ext>
            </a:extLst>
          </p:cNvPr>
          <p:cNvSpPr/>
          <p:nvPr/>
        </p:nvSpPr>
        <p:spPr>
          <a:xfrm>
            <a:off x="103058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4A995-45A3-3016-B102-029E5E8B7900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2295-DCD8-531A-047B-A6F24F0E86C0}"/>
              </a:ext>
            </a:extLst>
          </p:cNvPr>
          <p:cNvSpPr/>
          <p:nvPr/>
        </p:nvSpPr>
        <p:spPr>
          <a:xfrm>
            <a:off x="284459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A48D2-717A-EF4B-6C95-ED07BAC77DCC}"/>
              </a:ext>
            </a:extLst>
          </p:cNvPr>
          <p:cNvSpPr/>
          <p:nvPr/>
        </p:nvSpPr>
        <p:spPr>
          <a:xfrm>
            <a:off x="5616585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530B-07DE-84FC-3D17-2479EBA4439C}"/>
              </a:ext>
            </a:extLst>
          </p:cNvPr>
          <p:cNvSpPr/>
          <p:nvPr/>
        </p:nvSpPr>
        <p:spPr>
          <a:xfrm>
            <a:off x="2844594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560C6-C3E4-A743-711F-638F06422DB1}"/>
              </a:ext>
            </a:extLst>
          </p:cNvPr>
          <p:cNvSpPr/>
          <p:nvPr/>
        </p:nvSpPr>
        <p:spPr>
          <a:xfrm>
            <a:off x="5616585" y="38781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50361D-503F-A243-28C1-C2C4587C1FEE}"/>
              </a:ext>
            </a:extLst>
          </p:cNvPr>
          <p:cNvSpPr/>
          <p:nvPr/>
        </p:nvSpPr>
        <p:spPr>
          <a:xfrm>
            <a:off x="1668938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77387-540B-D1F4-F0FC-F3F05FDC8658}"/>
              </a:ext>
            </a:extLst>
          </p:cNvPr>
          <p:cNvSpPr/>
          <p:nvPr/>
        </p:nvSpPr>
        <p:spPr>
          <a:xfrm>
            <a:off x="4421470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57FA-A634-3056-A759-CF2FDDE370B5}"/>
              </a:ext>
            </a:extLst>
          </p:cNvPr>
          <p:cNvSpPr/>
          <p:nvPr/>
        </p:nvSpPr>
        <p:spPr>
          <a:xfrm>
            <a:off x="7475062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A7F39-4297-5FB4-6439-78AD4CB5D9ED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</p:spTree>
    <p:extLst>
      <p:ext uri="{BB962C8B-B14F-4D97-AF65-F5344CB8AC3E}">
        <p14:creationId xmlns:p14="http://schemas.microsoft.com/office/powerpoint/2010/main" val="414167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0" grpId="0" animBg="1"/>
      <p:bldP spid="17" grpId="0" animBg="1"/>
      <p:bldP spid="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46BF-22A7-AB6C-E478-F5BD19F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9472F-27DD-9330-5EBF-5B3ADD48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3CB1-A306-3A99-9B8B-A00C4BFC284F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8B8F8-A2F3-6BA2-8E50-3C580798A0FA}"/>
              </a:ext>
            </a:extLst>
          </p:cNvPr>
          <p:cNvSpPr/>
          <p:nvPr/>
        </p:nvSpPr>
        <p:spPr>
          <a:xfrm>
            <a:off x="3967707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B4851-1838-481C-C2E7-45B516347DD0}"/>
              </a:ext>
            </a:extLst>
          </p:cNvPr>
          <p:cNvSpPr/>
          <p:nvPr/>
        </p:nvSpPr>
        <p:spPr>
          <a:xfrm>
            <a:off x="3967707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E332E-BB6B-AC15-8A34-BC52A0C8DC9F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391B9-CF51-2B02-12A5-994D55E2F882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D6AA4-FCD9-368B-D3DC-865EC217CA72}"/>
              </a:ext>
            </a:extLst>
          </p:cNvPr>
          <p:cNvSpPr/>
          <p:nvPr/>
        </p:nvSpPr>
        <p:spPr>
          <a:xfrm>
            <a:off x="5672901" y="2395736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9CF77-74E5-003E-DAD0-B27DFFF5F911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B15BE-20F8-7CA6-3536-450539859600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18FAAC4-89CE-0857-995C-1AB8A26A6D7C}"/>
              </a:ext>
            </a:extLst>
          </p:cNvPr>
          <p:cNvSpPr/>
          <p:nvPr/>
        </p:nvSpPr>
        <p:spPr>
          <a:xfrm flipH="1">
            <a:off x="5557909" y="2395736"/>
            <a:ext cx="1276605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8328C-E760-F314-5294-67FE68CF98E3}"/>
              </a:ext>
            </a:extLst>
          </p:cNvPr>
          <p:cNvSpPr/>
          <p:nvPr/>
        </p:nvSpPr>
        <p:spPr>
          <a:xfrm>
            <a:off x="3967707" y="512836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5C5C27-F5A5-100F-7C29-1642F2BC621C}"/>
              </a:ext>
            </a:extLst>
          </p:cNvPr>
          <p:cNvSpPr/>
          <p:nvPr/>
        </p:nvSpPr>
        <p:spPr>
          <a:xfrm>
            <a:off x="102545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CC6A5-611B-F965-86CE-B53C9C2260FB}"/>
              </a:ext>
            </a:extLst>
          </p:cNvPr>
          <p:cNvSpPr/>
          <p:nvPr/>
        </p:nvSpPr>
        <p:spPr>
          <a:xfrm>
            <a:off x="206165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34281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1BB-E558-B912-DD8B-447249FE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2A8EB-6AAC-9408-314E-D0E7244B6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Cloning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02BA0-CAA0-9D83-8C0A-81CFFC68802C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0FAF-0424-42FF-4C63-209A8DEB26FB}"/>
              </a:ext>
            </a:extLst>
          </p:cNvPr>
          <p:cNvSpPr/>
          <p:nvPr/>
        </p:nvSpPr>
        <p:spPr>
          <a:xfrm>
            <a:off x="2294756" y="2142856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FB393A-C005-CFC6-898D-8F692B8BFCE4}"/>
              </a:ext>
            </a:extLst>
          </p:cNvPr>
          <p:cNvSpPr/>
          <p:nvPr/>
        </p:nvSpPr>
        <p:spPr>
          <a:xfrm>
            <a:off x="2294756" y="386542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35A5E-B72C-FDDF-2071-2B37F23D0634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D20B06A-B1D6-357A-3806-A562C8F10D40}"/>
              </a:ext>
            </a:extLst>
          </p:cNvPr>
          <p:cNvSpPr/>
          <p:nvPr/>
        </p:nvSpPr>
        <p:spPr>
          <a:xfrm flipH="1">
            <a:off x="4809580" y="3644138"/>
            <a:ext cx="1319562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A0DF7-3263-168D-9EDF-5D871B6BC3E0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9BE7F-141B-4855-6566-156FC60A07AE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EEE4C1-7EC3-8C9D-69FC-B497FDFE3B2A}"/>
              </a:ext>
            </a:extLst>
          </p:cNvPr>
          <p:cNvSpPr/>
          <p:nvPr/>
        </p:nvSpPr>
        <p:spPr>
          <a:xfrm>
            <a:off x="2294756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76E2B8-58BD-C275-34F0-87030455117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215957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4" grpId="0" animBg="1"/>
      <p:bldP spid="15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9308-8326-9CDF-4F36-5545418B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27056-086E-0BAA-BFC7-E2DB65B42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Forking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F9EB4-9EAE-D4A6-4906-69E8AC7F3877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A5B4A-E51B-BCD7-E861-F8C120510222}"/>
              </a:ext>
            </a:extLst>
          </p:cNvPr>
          <p:cNvSpPr/>
          <p:nvPr/>
        </p:nvSpPr>
        <p:spPr>
          <a:xfrm>
            <a:off x="1808252" y="2142855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E84C4-E87C-029E-13A1-E98026D3DE90}"/>
              </a:ext>
            </a:extLst>
          </p:cNvPr>
          <p:cNvSpPr/>
          <p:nvPr/>
        </p:nvSpPr>
        <p:spPr>
          <a:xfrm>
            <a:off x="1808252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02602-E633-623C-94EC-A9071AAF522E}"/>
              </a:ext>
            </a:extLst>
          </p:cNvPr>
          <p:cNvSpPr/>
          <p:nvPr/>
        </p:nvSpPr>
        <p:spPr>
          <a:xfrm>
            <a:off x="4532513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Forked 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B58EDC-2E7F-E374-8178-F6A1213F9BDA}"/>
              </a:ext>
            </a:extLst>
          </p:cNvPr>
          <p:cNvSpPr/>
          <p:nvPr/>
        </p:nvSpPr>
        <p:spPr>
          <a:xfrm flipH="1">
            <a:off x="3497291" y="4096719"/>
            <a:ext cx="9653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1B9C0-E156-4030-32F2-CCD3E9A0E1AC}"/>
              </a:ext>
            </a:extLst>
          </p:cNvPr>
          <p:cNvSpPr/>
          <p:nvPr/>
        </p:nvSpPr>
        <p:spPr>
          <a:xfrm>
            <a:off x="4532513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B0C14-EC45-C1B3-B440-AFF446A5043A}"/>
              </a:ext>
            </a:extLst>
          </p:cNvPr>
          <p:cNvSpPr/>
          <p:nvPr/>
        </p:nvSpPr>
        <p:spPr>
          <a:xfrm>
            <a:off x="1808252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A8E03-CDF3-86A8-1979-31EE09F54A5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BDE35-4F6E-0CA3-1EAB-B0C68844F5E5}"/>
              </a:ext>
            </a:extLst>
          </p:cNvPr>
          <p:cNvSpPr/>
          <p:nvPr/>
        </p:nvSpPr>
        <p:spPr>
          <a:xfrm>
            <a:off x="7474549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Original Remote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498C3-39EA-3757-91F0-5E894F164D63}"/>
              </a:ext>
            </a:extLst>
          </p:cNvPr>
          <p:cNvSpPr/>
          <p:nvPr/>
        </p:nvSpPr>
        <p:spPr>
          <a:xfrm>
            <a:off x="7474549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DF5BDB1-7E4C-F4D8-09E1-867DC3C4E4BF}"/>
              </a:ext>
            </a:extLst>
          </p:cNvPr>
          <p:cNvSpPr/>
          <p:nvPr/>
        </p:nvSpPr>
        <p:spPr>
          <a:xfrm flipH="1">
            <a:off x="6168236" y="4096719"/>
            <a:ext cx="96538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A1DD27-8D26-7FD5-35F6-A6583E8A734E}"/>
              </a:ext>
            </a:extLst>
          </p:cNvPr>
          <p:cNvSpPr/>
          <p:nvPr/>
        </p:nvSpPr>
        <p:spPr>
          <a:xfrm>
            <a:off x="4532512" y="1517080"/>
            <a:ext cx="4507917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All on GitHub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FB0D2-2830-0605-990B-42E05B7BDC01}"/>
              </a:ext>
            </a:extLst>
          </p:cNvPr>
          <p:cNvSpPr/>
          <p:nvPr/>
        </p:nvSpPr>
        <p:spPr>
          <a:xfrm>
            <a:off x="4532514" y="1840752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You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1B8D9E-9FF9-5020-B205-5533830B2D6E}"/>
              </a:ext>
            </a:extLst>
          </p:cNvPr>
          <p:cNvSpPr/>
          <p:nvPr/>
        </p:nvSpPr>
        <p:spPr>
          <a:xfrm>
            <a:off x="7474549" y="1844847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Collaborator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38955-5E21-03A8-9E75-1292140A97F6}"/>
              </a:ext>
            </a:extLst>
          </p:cNvPr>
          <p:cNvSpPr/>
          <p:nvPr/>
        </p:nvSpPr>
        <p:spPr>
          <a:xfrm>
            <a:off x="102686" y="3879985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CEC472-B996-2558-C5C4-28815DE9BD57}"/>
              </a:ext>
            </a:extLst>
          </p:cNvPr>
          <p:cNvSpPr/>
          <p:nvPr/>
        </p:nvSpPr>
        <p:spPr>
          <a:xfrm>
            <a:off x="4532512" y="512882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7C1E9-4B71-A572-8681-EA9E6C50467D}"/>
              </a:ext>
            </a:extLst>
          </p:cNvPr>
          <p:cNvSpPr/>
          <p:nvPr/>
        </p:nvSpPr>
        <p:spPr>
          <a:xfrm>
            <a:off x="7474549" y="511154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390FAE-3F3A-0750-4D4D-F0FD3D95DE07}"/>
              </a:ext>
            </a:extLst>
          </p:cNvPr>
          <p:cNvSpPr/>
          <p:nvPr/>
        </p:nvSpPr>
        <p:spPr>
          <a:xfrm>
            <a:off x="3441112" y="5315720"/>
            <a:ext cx="10564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0E888A5-8062-BFFF-E394-F8F08FDD80C6}"/>
              </a:ext>
            </a:extLst>
          </p:cNvPr>
          <p:cNvSpPr/>
          <p:nvPr/>
        </p:nvSpPr>
        <p:spPr>
          <a:xfrm>
            <a:off x="6181516" y="5340920"/>
            <a:ext cx="119044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 Req.</a:t>
            </a:r>
          </a:p>
        </p:txBody>
      </p:sp>
    </p:spTree>
    <p:extLst>
      <p:ext uri="{BB962C8B-B14F-4D97-AF65-F5344CB8AC3E}">
        <p14:creationId xmlns:p14="http://schemas.microsoft.com/office/powerpoint/2010/main" val="333845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9" grpId="0" animBg="1"/>
      <p:bldP spid="4" grpId="0" animBg="1"/>
      <p:bldP spid="5" grpId="0" animBg="1"/>
      <p:bldP spid="15" grpId="0" animBg="1"/>
      <p:bldP spid="16" grpId="0" animBg="1"/>
      <p:bldP spid="11" grpId="0" animBg="1"/>
      <p:bldP spid="14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F3EF7-43A2-78F6-EB59-4DBB2F24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4509B3-1BE7-E9C4-5DF5-A583F507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/>
          <a:lstStyle/>
          <a:p>
            <a:r>
              <a:rPr lang="en-US" dirty="0"/>
              <a:t>3. GitHub Actions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45E83F0-BAE8-F599-E0A3-B0F02F9C6035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505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8F7B-DC2B-85A5-1C1F-AD017162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a package is tedious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59FC-3BD5-F79B-6D54-99514B142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8473"/>
            <a:ext cx="7886700" cy="4888489"/>
          </a:xfrm>
        </p:spPr>
        <p:txBody>
          <a:bodyPr/>
          <a:lstStyle/>
          <a:p>
            <a:r>
              <a:rPr lang="en-US" dirty="0"/>
              <a:t>New features may break existing code</a:t>
            </a:r>
          </a:p>
          <a:p>
            <a:r>
              <a:rPr lang="en-US" dirty="0"/>
              <a:t>Tests might start failing</a:t>
            </a:r>
          </a:p>
          <a:p>
            <a:r>
              <a:rPr lang="en-US" dirty="0"/>
              <a:t>Dependencies may no longer be compatible</a:t>
            </a:r>
          </a:p>
          <a:p>
            <a:r>
              <a:rPr lang="en-US" b="1" dirty="0"/>
              <a:t>Cannot manually inspect this 24/7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967C0-CAC0-F0BE-95BC-3B9A8632E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547"/>
          <a:stretch>
            <a:fillRect/>
          </a:stretch>
        </p:blipFill>
        <p:spPr>
          <a:xfrm>
            <a:off x="221186" y="3409823"/>
            <a:ext cx="3389656" cy="3014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1324C2-C86F-1719-48FD-DD74BBD30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627" y="3409823"/>
            <a:ext cx="4904509" cy="301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29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896D-A639-AB21-2F26-A2665F47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B01C4-F07D-5AFC-E80E-CFFC6E844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8" y="1825627"/>
            <a:ext cx="5725391" cy="4351335"/>
          </a:xfrm>
        </p:spPr>
        <p:txBody>
          <a:bodyPr>
            <a:normAutofit/>
          </a:bodyPr>
          <a:lstStyle/>
          <a:p>
            <a:r>
              <a:rPr lang="en-US" dirty="0"/>
              <a:t>Framework to run specific </a:t>
            </a:r>
            <a:r>
              <a:rPr lang="en-US" b="1" dirty="0"/>
              <a:t>workflows</a:t>
            </a:r>
            <a:r>
              <a:rPr lang="en-US" dirty="0"/>
              <a:t> under certain </a:t>
            </a:r>
            <a:r>
              <a:rPr lang="en-US" b="1" dirty="0"/>
              <a:t>conditions</a:t>
            </a:r>
            <a:endParaRPr lang="en-US" dirty="0"/>
          </a:p>
          <a:p>
            <a:pPr lvl="1"/>
            <a:r>
              <a:rPr lang="en-US" dirty="0"/>
              <a:t>After a new commit</a:t>
            </a:r>
          </a:p>
          <a:p>
            <a:pPr lvl="1"/>
            <a:r>
              <a:rPr lang="en-US" dirty="0"/>
              <a:t>When a pull request is made</a:t>
            </a:r>
          </a:p>
          <a:p>
            <a:pPr lvl="1"/>
            <a:r>
              <a:rPr lang="en-US" dirty="0"/>
              <a:t>When a </a:t>
            </a:r>
            <a:r>
              <a:rPr lang="en-US" b="1" dirty="0"/>
              <a:t>specific file/folder</a:t>
            </a:r>
            <a:r>
              <a:rPr lang="en-US" dirty="0"/>
              <a:t> is changed</a:t>
            </a:r>
          </a:p>
          <a:p>
            <a:pPr lvl="1"/>
            <a:r>
              <a:rPr lang="en-US" dirty="0"/>
              <a:t>When an issue is submitted</a:t>
            </a:r>
          </a:p>
          <a:p>
            <a:pPr marL="457088" lvl="1" indent="0">
              <a:buNone/>
            </a:pPr>
            <a:endParaRPr lang="en-US" dirty="0"/>
          </a:p>
          <a:p>
            <a:r>
              <a:rPr lang="en-US" dirty="0"/>
              <a:t>Automates your sanity checks and repetitive tasks</a:t>
            </a:r>
          </a:p>
        </p:txBody>
      </p:sp>
      <p:pic>
        <p:nvPicPr>
          <p:cNvPr id="3074" name="Picture 2" descr="Introduction to GitHub Actions - GeeksforGeeks">
            <a:extLst>
              <a:ext uri="{FF2B5EF4-FFF2-40B4-BE49-F238E27FC236}">
                <a16:creationId xmlns:a16="http://schemas.microsoft.com/office/drawing/2014/main" id="{1BF0D96D-2C04-31BD-E443-6DBBF624B2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7659"/>
          <a:stretch>
            <a:fillRect/>
          </a:stretch>
        </p:blipFill>
        <p:spPr bwMode="auto">
          <a:xfrm>
            <a:off x="5595100" y="1558636"/>
            <a:ext cx="3526322" cy="461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440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644B-FBEC-5421-3990-6EAEC51D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Workflow – Issue 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CE7DF-BA51-40A0-87CD-247107342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6187786" cy="4351335"/>
          </a:xfrm>
        </p:spPr>
        <p:txBody>
          <a:bodyPr/>
          <a:lstStyle/>
          <a:p>
            <a:r>
              <a:rPr lang="en-US" dirty="0"/>
              <a:t>If your package is very popular, you may want to streamline issue submissions</a:t>
            </a:r>
          </a:p>
          <a:p>
            <a:pPr lvl="1"/>
            <a:r>
              <a:rPr lang="en-US" dirty="0"/>
              <a:t>Specific format</a:t>
            </a:r>
          </a:p>
          <a:p>
            <a:pPr lvl="1"/>
            <a:r>
              <a:rPr lang="en-US" dirty="0"/>
              <a:t>Specific attachments</a:t>
            </a:r>
          </a:p>
          <a:p>
            <a:pPr lvl="1"/>
            <a:r>
              <a:rPr lang="en-US" dirty="0"/>
              <a:t>Specific terminology</a:t>
            </a:r>
          </a:p>
          <a:p>
            <a:pPr marL="457088" lvl="1" indent="0">
              <a:buNone/>
            </a:pPr>
            <a:endParaRPr lang="en-US" dirty="0"/>
          </a:p>
          <a:p>
            <a:r>
              <a:rPr lang="en-US" dirty="0"/>
              <a:t>Bots can handle and filter issues for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9EF9F-AA89-2962-AD81-D0325A523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187" y="4739739"/>
            <a:ext cx="2709625" cy="19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889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5139-C4E9-0DE1-C748-5EEB77EF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4441F0-85DA-1475-42CA-41CAF68E5E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/>
          <a:lstStyle/>
          <a:p>
            <a:r>
              <a:rPr lang="en-CA" dirty="0"/>
              <a:t>Try using the issue bot on the posted GitHub repository</a:t>
            </a:r>
          </a:p>
          <a:p>
            <a:endParaRPr lang="en-CA" dirty="0"/>
          </a:p>
          <a:p>
            <a:r>
              <a:rPr lang="en-CA" dirty="0"/>
              <a:t>Compare using an issue that includes ‘</a:t>
            </a:r>
            <a:r>
              <a:rPr lang="en-CA" dirty="0" err="1"/>
              <a:t>bionmf</a:t>
            </a:r>
            <a:r>
              <a:rPr lang="en-CA" dirty="0"/>
              <a:t>’ in the title vs. not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AE20D6-D893-16D0-2A9B-6589C83E9ECE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5974174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251F-B5ED-1074-7347-BBF8BE63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&amp; Installation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EC63F-928F-16B3-F9AA-1A8634556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083877" cy="4351335"/>
          </a:xfrm>
        </p:spPr>
        <p:txBody>
          <a:bodyPr>
            <a:normAutofit/>
          </a:bodyPr>
          <a:lstStyle/>
          <a:p>
            <a:r>
              <a:rPr lang="en-US" dirty="0"/>
              <a:t>Simple setup to check installation and tests</a:t>
            </a:r>
          </a:p>
          <a:p>
            <a:pPr lvl="1"/>
            <a:r>
              <a:rPr lang="en-US" dirty="0"/>
              <a:t>Check for specific OS flavors and versions</a:t>
            </a:r>
          </a:p>
          <a:p>
            <a:pPr lvl="1"/>
            <a:r>
              <a:rPr lang="en-US" dirty="0"/>
              <a:t>Check specific R versions</a:t>
            </a:r>
          </a:p>
          <a:p>
            <a:pPr lvl="1"/>
            <a:r>
              <a:rPr lang="en-US" dirty="0"/>
              <a:t>Check code coverage</a:t>
            </a:r>
          </a:p>
          <a:p>
            <a:pPr lvl="1"/>
            <a:endParaRPr lang="en-US" dirty="0"/>
          </a:p>
          <a:p>
            <a:r>
              <a:rPr lang="en-US" dirty="0"/>
              <a:t>Useful for pull requests/external contributors</a:t>
            </a:r>
          </a:p>
          <a:p>
            <a:pPr lvl="1"/>
            <a:r>
              <a:rPr lang="en-US" dirty="0"/>
              <a:t>Streamlines review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EA93D-1FCC-F32D-990C-05DA86D5E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527" y="2094385"/>
            <a:ext cx="2238687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64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2616-CA2B-7ED5-2EF6-4198239F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B229C2-EE64-5B41-AFBA-789EB3A7A3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2940626"/>
            <a:ext cx="8658743" cy="3437951"/>
          </a:xfrm>
        </p:spPr>
        <p:txBody>
          <a:bodyPr/>
          <a:lstStyle/>
          <a:p>
            <a:r>
              <a:rPr lang="en-CA" dirty="0"/>
              <a:t>In your own fork of the </a:t>
            </a:r>
            <a:r>
              <a:rPr lang="en-CA" dirty="0" err="1"/>
              <a:t>github</a:t>
            </a:r>
            <a:r>
              <a:rPr lang="en-CA" dirty="0"/>
              <a:t> repository, make a change to files in the 3_Actions_Package folder</a:t>
            </a:r>
          </a:p>
          <a:p>
            <a:endParaRPr lang="en-CA" dirty="0"/>
          </a:p>
          <a:p>
            <a:r>
              <a:rPr lang="en-CA" dirty="0"/>
              <a:t>Commit the change and check the actions workflow</a:t>
            </a:r>
          </a:p>
          <a:p>
            <a:endParaRPr lang="en-CA" dirty="0"/>
          </a:p>
          <a:p>
            <a:r>
              <a:rPr lang="en-CA" dirty="0"/>
              <a:t>Check what happens if you make a pull request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9D87BA2-1F85-148A-EE79-ECFC3BFECC3E}"/>
              </a:ext>
            </a:extLst>
          </p:cNvPr>
          <p:cNvSpPr txBox="1">
            <a:spLocks/>
          </p:cNvSpPr>
          <p:nvPr/>
        </p:nvSpPr>
        <p:spPr>
          <a:xfrm>
            <a:off x="242372" y="1558637"/>
            <a:ext cx="8658743" cy="100791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72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248178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D50F-4F28-B4DF-B643-598DE496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tools</a:t>
            </a:r>
          </a:p>
        </p:txBody>
      </p:sp>
    </p:spTree>
    <p:extLst>
      <p:ext uri="{BB962C8B-B14F-4D97-AF65-F5344CB8AC3E}">
        <p14:creationId xmlns:p14="http://schemas.microsoft.com/office/powerpoint/2010/main" val="40598039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A8E0-07E8-34BB-D592-43F6D181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Building a package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8E51-C642-556E-D54A-7A83B567B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User experience can be improved further with a webpage</a:t>
            </a:r>
          </a:p>
          <a:p>
            <a:endParaRPr lang="en-CA" dirty="0"/>
          </a:p>
          <a:p>
            <a:r>
              <a:rPr lang="en-CA" dirty="0" err="1"/>
              <a:t>pkgdown</a:t>
            </a:r>
            <a:r>
              <a:rPr lang="en-CA" dirty="0"/>
              <a:t> automatically generates HTML files from your package to generate a website</a:t>
            </a:r>
          </a:p>
          <a:p>
            <a:endParaRPr lang="en-CA" dirty="0"/>
          </a:p>
          <a:p>
            <a:r>
              <a:rPr lang="en-CA" dirty="0"/>
              <a:t>Can be hosted for free via GitHub!</a:t>
            </a:r>
          </a:p>
          <a:p>
            <a:endParaRPr lang="en-CA" dirty="0"/>
          </a:p>
          <a:p>
            <a:r>
              <a:rPr lang="en-CA" dirty="0" err="1"/>
              <a:t>pkgdown</a:t>
            </a:r>
            <a:r>
              <a:rPr lang="en-CA" dirty="0"/>
              <a:t>::</a:t>
            </a:r>
            <a:r>
              <a:rPr lang="en-CA" dirty="0" err="1"/>
              <a:t>build_site</a:t>
            </a:r>
            <a:r>
              <a:rPr lang="en-CA" dirty="0"/>
              <a:t>()</a:t>
            </a:r>
          </a:p>
        </p:txBody>
      </p:sp>
      <p:pic>
        <p:nvPicPr>
          <p:cNvPr id="4" name="Picture 3" descr="Build websites for R packages • pkgdown">
            <a:extLst>
              <a:ext uri="{FF2B5EF4-FFF2-40B4-BE49-F238E27FC236}">
                <a16:creationId xmlns:a16="http://schemas.microsoft.com/office/drawing/2014/main" id="{D8F98449-DF16-342E-5C5D-AF01C64C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505" y="3749753"/>
            <a:ext cx="2223353" cy="256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17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8D01-6295-9CD0-A2A8-D520CA4A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344" y="1603021"/>
            <a:ext cx="3643312" cy="1006479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D2BAEF11-DF57-F87B-0DE1-C7BE31997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1" y="5938598"/>
            <a:ext cx="2878667" cy="741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32D887-B248-C56F-D4CD-C76954C2A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977" y="3004898"/>
            <a:ext cx="2933700" cy="2933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86AD2E-30E2-4066-0067-9E12E0C232DB}"/>
              </a:ext>
            </a:extLst>
          </p:cNvPr>
          <p:cNvSpPr txBox="1"/>
          <p:nvPr/>
        </p:nvSpPr>
        <p:spPr>
          <a:xfrm>
            <a:off x="5814836" y="2820168"/>
            <a:ext cx="257598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Biostatistics Section – SSC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9868A-40A2-5F1C-8D2F-7B17D97E4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24" y="3004898"/>
            <a:ext cx="2933700" cy="2933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045168-AFC9-111D-EFD6-E702AAED7BC9}"/>
              </a:ext>
            </a:extLst>
          </p:cNvPr>
          <p:cNvSpPr txBox="1"/>
          <p:nvPr/>
        </p:nvSpPr>
        <p:spPr>
          <a:xfrm>
            <a:off x="1102610" y="2829403"/>
            <a:ext cx="187712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MiCM</a:t>
            </a:r>
            <a:r>
              <a:rPr lang="en-US" dirty="0"/>
              <a:t> Mailing List</a:t>
            </a:r>
          </a:p>
        </p:txBody>
      </p:sp>
    </p:spTree>
    <p:extLst>
      <p:ext uri="{BB962C8B-B14F-4D97-AF65-F5344CB8AC3E}">
        <p14:creationId xmlns:p14="http://schemas.microsoft.com/office/powerpoint/2010/main" val="28039262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485193"/>
          </a:xfrm>
        </p:spPr>
        <p:txBody>
          <a:bodyPr>
            <a:normAutofit/>
          </a:bodyPr>
          <a:lstStyle/>
          <a:p>
            <a:pPr algn="ctr"/>
            <a:r>
              <a:rPr lang="en-AU" sz="66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66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66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9372</TotalTime>
  <Words>1867</Words>
  <Application>Microsoft Office PowerPoint</Application>
  <PresentationFormat>On-screen Show (4:3)</PresentationFormat>
  <Paragraphs>425</Paragraphs>
  <Slides>50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Montserrat SemiBold</vt:lpstr>
      <vt:lpstr>Open Sans Light</vt:lpstr>
      <vt:lpstr>Thème Office</vt:lpstr>
      <vt:lpstr>Welcome to</vt:lpstr>
      <vt:lpstr>R Package Development</vt:lpstr>
      <vt:lpstr>START</vt:lpstr>
      <vt:lpstr>R Package Development</vt:lpstr>
      <vt:lpstr>Acknowledgements</vt:lpstr>
      <vt:lpstr>Outline</vt:lpstr>
      <vt:lpstr>Making the most of the session</vt:lpstr>
      <vt:lpstr>1. Building a Package</vt:lpstr>
      <vt:lpstr>Why bother with packages?</vt:lpstr>
      <vt:lpstr>PowerPoint Presentation</vt:lpstr>
      <vt:lpstr>What is a package?</vt:lpstr>
      <vt:lpstr>Today’s Example: bioNMF Package</vt:lpstr>
      <vt:lpstr>Today’s Example: NMF Package</vt:lpstr>
      <vt:lpstr>Package Structure</vt:lpstr>
      <vt:lpstr>Package Structure</vt:lpstr>
      <vt:lpstr>Package Structure</vt:lpstr>
      <vt:lpstr>PowerPoint Presentation</vt:lpstr>
      <vt:lpstr>PowerPoint Presentation</vt:lpstr>
      <vt:lpstr>Unit Tests</vt:lpstr>
      <vt:lpstr>Unit Tests – Quality over Quantity</vt:lpstr>
      <vt:lpstr>PowerPoint Presentation</vt:lpstr>
      <vt:lpstr>Unit tests – Coverage over quantity</vt:lpstr>
      <vt:lpstr>PowerPoint Presentation</vt:lpstr>
      <vt:lpstr>When should I build the package?</vt:lpstr>
      <vt:lpstr>Documentation</vt:lpstr>
      <vt:lpstr>Function Documentation</vt:lpstr>
      <vt:lpstr>Function Documentation</vt:lpstr>
      <vt:lpstr>Vignettes</vt:lpstr>
      <vt:lpstr>PowerPoint Presentation</vt:lpstr>
      <vt:lpstr>LLMs for Package Development</vt:lpstr>
      <vt:lpstr>2. Git Refresher</vt:lpstr>
      <vt:lpstr>Git &amp; GitHub for Packages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GitHub Actions</vt:lpstr>
      <vt:lpstr>Maintaining a package is tedious</vt:lpstr>
      <vt:lpstr>GitHub Actions</vt:lpstr>
      <vt:lpstr>Simple Workflow – Issue Bot</vt:lpstr>
      <vt:lpstr>PowerPoint Presentation</vt:lpstr>
      <vt:lpstr>Test &amp; Installation Workflow</vt:lpstr>
      <vt:lpstr>PowerPoint Presentation</vt:lpstr>
      <vt:lpstr>Other tools</vt:lpstr>
      <vt:lpstr>Building a package website</vt:lpstr>
      <vt:lpstr>Thank you!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Adrien Osakwe</cp:lastModifiedBy>
  <cp:revision>38</cp:revision>
  <dcterms:created xsi:type="dcterms:W3CDTF">2019-07-29T14:54:16Z</dcterms:created>
  <dcterms:modified xsi:type="dcterms:W3CDTF">2026-08-11T20:19:37Z</dcterms:modified>
</cp:coreProperties>
</file>