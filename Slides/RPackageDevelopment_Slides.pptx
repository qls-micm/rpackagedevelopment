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259" r:id="rId3"/>
    <p:sldId id="318" r:id="rId4"/>
    <p:sldId id="320" r:id="rId5"/>
    <p:sldId id="262" r:id="rId6"/>
    <p:sldId id="260" r:id="rId7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ABE13D-32B9-4646-8B10-CB7999C84D02}" v="21" dt="2026-07-14T20:18:51.9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90"/>
    <p:restoredTop sz="83429"/>
  </p:normalViewPr>
  <p:slideViewPr>
    <p:cSldViewPr snapToGrid="0" snapToObjects="1">
      <p:cViewPr varScale="1">
        <p:scale>
          <a:sx n="126" d="100"/>
          <a:sy n="126" d="100"/>
        </p:scale>
        <p:origin x="432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isa Morales Soto" userId="ae55080d-17f4-48de-9309-0024c0e8fdbf" providerId="ADAL" clId="{794C632D-D3BD-C142-B93F-C90E6BDD7C20}"/>
    <pc:docChg chg="undo custSel modSld modMainMaster modNotesMaster">
      <pc:chgData name="Larisa Morales Soto" userId="ae55080d-17f4-48de-9309-0024c0e8fdbf" providerId="ADAL" clId="{794C632D-D3BD-C142-B93F-C90E6BDD7C20}" dt="2022-05-26T18:32:06.214" v="16" actId="478"/>
      <pc:docMkLst>
        <pc:docMk/>
      </pc:docMkLst>
      <pc:sldChg chg="modNotes">
        <pc:chgData name="Larisa Morales Soto" userId="ae55080d-17f4-48de-9309-0024c0e8fdbf" providerId="ADAL" clId="{794C632D-D3BD-C142-B93F-C90E6BDD7C20}" dt="2022-05-26T18:32:00.009" v="14"/>
        <pc:sldMkLst>
          <pc:docMk/>
          <pc:sldMk cId="3133242724" sldId="262"/>
        </pc:sldMkLst>
      </pc:sldChg>
      <pc:sldChg chg="addSp delSp modSp mod">
        <pc:chgData name="Larisa Morales Soto" userId="ae55080d-17f4-48de-9309-0024c0e8fdbf" providerId="ADAL" clId="{794C632D-D3BD-C142-B93F-C90E6BDD7C20}" dt="2022-05-26T18:32:06.214" v="16" actId="478"/>
        <pc:sldMkLst>
          <pc:docMk/>
          <pc:sldMk cId="2115249166" sldId="263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891667287" sldId="277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2389275097" sldId="316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390364454" sldId="317"/>
        </pc:sldMkLst>
      </pc:sldChg>
      <pc:sldMasterChg chg="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1449374226" sldId="2147483660"/>
        </pc:sldMasterMkLst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64083727" sldId="2147483661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311720174" sldId="2147483663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884908084" sldId="2147483664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2749933113" sldId="2147483669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350706779" sldId="2147483671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2429453867" sldId="2147483672"/>
        </pc:sldMasterMkLst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223760123" sldId="214748367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94222866" sldId="214748367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69049621" sldId="2147483676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887183444" sldId="214748367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722513088" sldId="214748368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2791925798" sldId="214748368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738391065" sldId="214748368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329746215" sldId="2147483684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2429453867" sldId="2147483672"/>
            <pc:sldLayoutMk cId="3920586521" sldId="2147483685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724" v="12"/>
        <pc:sldMasterMkLst>
          <pc:docMk/>
          <pc:sldMasterMk cId="1084967830" sldId="2147483686"/>
        </pc:sldMasterMkLst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616251476" sldId="214748368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111707705" sldId="214748368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23099180" sldId="214748369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265358256" sldId="214748369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30771108" sldId="214748369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933287088" sldId="214748369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4092914174" sldId="214748369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507166476" sldId="2147483698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084967830" sldId="2147483686"/>
            <pc:sldLayoutMk cId="3633522739" sldId="2147483699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197" v="9"/>
        <pc:sldMasterMkLst>
          <pc:docMk/>
          <pc:sldMasterMk cId="758119265" sldId="2147483700"/>
        </pc:sldMasterMkLst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204291474" sldId="214748370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018720976" sldId="214748370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702188569" sldId="214748370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284658209" sldId="214748370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115046667" sldId="2147483708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54514637" sldId="214748370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3446685975" sldId="214748371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926200463" sldId="2147483712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147748066" sldId="2147483713"/>
          </pc:sldLayoutMkLst>
        </pc:sldLayoutChg>
      </pc:sldMasterChg>
      <pc:sldMasterChg chg="addSp">
        <pc:chgData name="Larisa Morales Soto" userId="ae55080d-17f4-48de-9309-0024c0e8fdbf" providerId="ADAL" clId="{794C632D-D3BD-C142-B93F-C90E6BDD7C20}" dt="2022-05-26T18:31:52.959" v="6"/>
        <pc:sldMasterMkLst>
          <pc:docMk/>
          <pc:sldMasterMk cId="142938108" sldId="2147483714"/>
        </pc:sldMasterMkLst>
      </pc:sldMasterChg>
    </pc:docChg>
  </pc:docChgLst>
  <pc:docChgLst>
    <pc:chgData name="Adrien Osakwe" userId="7a3e290c-eb83-484b-8e3d-d46ef2333477" providerId="ADAL" clId="{09ABE13D-32B9-4646-8B10-CB7999C84D02}"/>
    <pc:docChg chg="undo custSel addSld delSld modSld sldOrd modMainMaster">
      <pc:chgData name="Adrien Osakwe" userId="7a3e290c-eb83-484b-8e3d-d46ef2333477" providerId="ADAL" clId="{09ABE13D-32B9-4646-8B10-CB7999C84D02}" dt="2026-07-14T20:19:53.466" v="153" actId="2696"/>
      <pc:docMkLst>
        <pc:docMk/>
      </pc:docMkLst>
      <pc:sldChg chg="add del ord">
        <pc:chgData name="Adrien Osakwe" userId="7a3e290c-eb83-484b-8e3d-d46ef2333477" providerId="ADAL" clId="{09ABE13D-32B9-4646-8B10-CB7999C84D02}" dt="2026-07-14T20:18:16.032" v="63" actId="20578"/>
        <pc:sldMkLst>
          <pc:docMk/>
          <pc:sldMk cId="3959237559" sldId="256"/>
        </pc:sldMkLst>
      </pc:sldChg>
      <pc:sldChg chg="add del">
        <pc:chgData name="Adrien Osakwe" userId="7a3e290c-eb83-484b-8e3d-d46ef2333477" providerId="ADAL" clId="{09ABE13D-32B9-4646-8B10-CB7999C84D02}" dt="2026-07-14T20:19:52.026" v="151" actId="2696"/>
        <pc:sldMkLst>
          <pc:docMk/>
          <pc:sldMk cId="2700051097" sldId="258"/>
        </pc:sldMkLst>
      </pc:sldChg>
      <pc:sldChg chg="add ord">
        <pc:chgData name="Adrien Osakwe" userId="7a3e290c-eb83-484b-8e3d-d46ef2333477" providerId="ADAL" clId="{09ABE13D-32B9-4646-8B10-CB7999C84D02}" dt="2026-07-14T20:19:44.867" v="147" actId="20578"/>
        <pc:sldMkLst>
          <pc:docMk/>
          <pc:sldMk cId="597855376" sldId="259"/>
        </pc:sldMkLst>
      </pc:sldChg>
      <pc:sldChg chg="add">
        <pc:chgData name="Adrien Osakwe" userId="7a3e290c-eb83-484b-8e3d-d46ef2333477" providerId="ADAL" clId="{09ABE13D-32B9-4646-8B10-CB7999C84D02}" dt="2026-07-14T20:12:53.878" v="2"/>
        <pc:sldMkLst>
          <pc:docMk/>
          <pc:sldMk cId="3735510520" sldId="260"/>
        </pc:sldMkLst>
      </pc:sldChg>
      <pc:sldChg chg="add del">
        <pc:chgData name="Adrien Osakwe" userId="7a3e290c-eb83-484b-8e3d-d46ef2333477" providerId="ADAL" clId="{09ABE13D-32B9-4646-8B10-CB7999C84D02}" dt="2026-07-14T20:19:52.571" v="152" actId="2696"/>
        <pc:sldMkLst>
          <pc:docMk/>
          <pc:sldMk cId="2346720206" sldId="261"/>
        </pc:sldMkLst>
      </pc:sldChg>
      <pc:sldChg chg="addSp delSp modSp del mod">
        <pc:chgData name="Adrien Osakwe" userId="7a3e290c-eb83-484b-8e3d-d46ef2333477" providerId="ADAL" clId="{09ABE13D-32B9-4646-8B10-CB7999C84D02}" dt="2026-07-14T20:19:46.027" v="148" actId="2696"/>
        <pc:sldMkLst>
          <pc:docMk/>
          <pc:sldMk cId="2115249166" sldId="263"/>
        </pc:sldMkLst>
        <pc:spChg chg="add mod">
          <ac:chgData name="Adrien Osakwe" userId="7a3e290c-eb83-484b-8e3d-d46ef2333477" providerId="ADAL" clId="{09ABE13D-32B9-4646-8B10-CB7999C84D02}" dt="2026-07-14T20:17:38.393" v="58" actId="1035"/>
          <ac:spMkLst>
            <pc:docMk/>
            <pc:sldMk cId="2115249166" sldId="263"/>
            <ac:spMk id="6" creationId="{47DD6894-1E3B-15D6-5F34-4CD8F467A62F}"/>
          </ac:spMkLst>
        </pc:spChg>
        <pc:spChg chg="add mod">
          <ac:chgData name="Adrien Osakwe" userId="7a3e290c-eb83-484b-8e3d-d46ef2333477" providerId="ADAL" clId="{09ABE13D-32B9-4646-8B10-CB7999C84D02}" dt="2026-07-14T20:17:38.393" v="58" actId="1035"/>
          <ac:spMkLst>
            <pc:docMk/>
            <pc:sldMk cId="2115249166" sldId="263"/>
            <ac:spMk id="7" creationId="{5AEF9C9C-A547-CD6E-8E64-5D89A18EB470}"/>
          </ac:spMkLst>
        </pc:spChg>
        <pc:picChg chg="add mod">
          <ac:chgData name="Adrien Osakwe" userId="7a3e290c-eb83-484b-8e3d-d46ef2333477" providerId="ADAL" clId="{09ABE13D-32B9-4646-8B10-CB7999C84D02}" dt="2026-07-14T20:12:23.014" v="1"/>
          <ac:picMkLst>
            <pc:docMk/>
            <pc:sldMk cId="2115249166" sldId="263"/>
            <ac:picMk id="2" creationId="{5E357745-3332-0C02-CB00-2C2EE90DA0ED}"/>
          </ac:picMkLst>
        </pc:picChg>
        <pc:picChg chg="add del mod">
          <ac:chgData name="Adrien Osakwe" userId="7a3e290c-eb83-484b-8e3d-d46ef2333477" providerId="ADAL" clId="{09ABE13D-32B9-4646-8B10-CB7999C84D02}" dt="2026-07-14T20:14:58.487" v="9" actId="21"/>
          <ac:picMkLst>
            <pc:docMk/>
            <pc:sldMk cId="2115249166" sldId="263"/>
            <ac:picMk id="3" creationId="{47B0B3CA-6FB5-4B69-A47C-DCF3FC7AF6BC}"/>
          </ac:picMkLst>
        </pc:picChg>
        <pc:picChg chg="add del mod">
          <ac:chgData name="Adrien Osakwe" userId="7a3e290c-eb83-484b-8e3d-d46ef2333477" providerId="ADAL" clId="{09ABE13D-32B9-4646-8B10-CB7999C84D02}" dt="2026-07-14T20:14:58.487" v="9" actId="21"/>
          <ac:picMkLst>
            <pc:docMk/>
            <pc:sldMk cId="2115249166" sldId="263"/>
            <ac:picMk id="4" creationId="{48C2C976-C8D1-09EC-2130-0E96C7EB2F12}"/>
          </ac:picMkLst>
        </pc:picChg>
        <pc:picChg chg="add del mod">
          <ac:chgData name="Adrien Osakwe" userId="7a3e290c-eb83-484b-8e3d-d46ef2333477" providerId="ADAL" clId="{09ABE13D-32B9-4646-8B10-CB7999C84D02}" dt="2026-07-14T20:14:58.487" v="9" actId="21"/>
          <ac:picMkLst>
            <pc:docMk/>
            <pc:sldMk cId="2115249166" sldId="263"/>
            <ac:picMk id="5" creationId="{2A2E2485-843D-F9B6-5194-A7CBC0CBFC83}"/>
          </ac:picMkLst>
        </pc:picChg>
        <pc:picChg chg="add mod">
          <ac:chgData name="Adrien Osakwe" userId="7a3e290c-eb83-484b-8e3d-d46ef2333477" providerId="ADAL" clId="{09ABE13D-32B9-4646-8B10-CB7999C84D02}" dt="2026-07-14T20:17:38.393" v="58" actId="1035"/>
          <ac:picMkLst>
            <pc:docMk/>
            <pc:sldMk cId="2115249166" sldId="263"/>
            <ac:picMk id="8" creationId="{5E09D462-C773-A652-C436-81658FF80FD0}"/>
          </ac:picMkLst>
        </pc:picChg>
      </pc:sldChg>
      <pc:sldChg chg="add del">
        <pc:chgData name="Adrien Osakwe" userId="7a3e290c-eb83-484b-8e3d-d46ef2333477" providerId="ADAL" clId="{09ABE13D-32B9-4646-8B10-CB7999C84D02}" dt="2026-07-14T20:19:53.466" v="153" actId="2696"/>
        <pc:sldMkLst>
          <pc:docMk/>
          <pc:sldMk cId="3612676339" sldId="264"/>
        </pc:sldMkLst>
      </pc:sldChg>
      <pc:sldChg chg="del">
        <pc:chgData name="Adrien Osakwe" userId="7a3e290c-eb83-484b-8e3d-d46ef2333477" providerId="ADAL" clId="{09ABE13D-32B9-4646-8B10-CB7999C84D02}" dt="2026-07-14T20:19:50.489" v="149" actId="2696"/>
        <pc:sldMkLst>
          <pc:docMk/>
          <pc:sldMk cId="3891667287" sldId="277"/>
        </pc:sldMkLst>
      </pc:sldChg>
      <pc:sldChg chg="del">
        <pc:chgData name="Adrien Osakwe" userId="7a3e290c-eb83-484b-8e3d-d46ef2333477" providerId="ADAL" clId="{09ABE13D-32B9-4646-8B10-CB7999C84D02}" dt="2026-07-14T20:19:24.395" v="144" actId="2696"/>
        <pc:sldMkLst>
          <pc:docMk/>
          <pc:sldMk cId="2389275097" sldId="316"/>
        </pc:sldMkLst>
      </pc:sldChg>
      <pc:sldChg chg="del">
        <pc:chgData name="Adrien Osakwe" userId="7a3e290c-eb83-484b-8e3d-d46ef2333477" providerId="ADAL" clId="{09ABE13D-32B9-4646-8B10-CB7999C84D02}" dt="2026-07-14T20:19:26.586" v="145" actId="2696"/>
        <pc:sldMkLst>
          <pc:docMk/>
          <pc:sldMk cId="3390364454" sldId="317"/>
        </pc:sldMkLst>
      </pc:sldChg>
      <pc:sldChg chg="add ord">
        <pc:chgData name="Adrien Osakwe" userId="7a3e290c-eb83-484b-8e3d-d46ef2333477" providerId="ADAL" clId="{09ABE13D-32B9-4646-8B10-CB7999C84D02}" dt="2026-07-14T20:19:28.882" v="146" actId="20578"/>
        <pc:sldMkLst>
          <pc:docMk/>
          <pc:sldMk cId="4072911522" sldId="318"/>
        </pc:sldMkLst>
      </pc:sldChg>
      <pc:sldChg chg="add del">
        <pc:chgData name="Adrien Osakwe" userId="7a3e290c-eb83-484b-8e3d-d46ef2333477" providerId="ADAL" clId="{09ABE13D-32B9-4646-8B10-CB7999C84D02}" dt="2026-07-14T20:19:51.755" v="150" actId="2696"/>
        <pc:sldMkLst>
          <pc:docMk/>
          <pc:sldMk cId="1723294756" sldId="319"/>
        </pc:sldMkLst>
      </pc:sldChg>
      <pc:sldChg chg="addSp delSp modSp new mod">
        <pc:chgData name="Adrien Osakwe" userId="7a3e290c-eb83-484b-8e3d-d46ef2333477" providerId="ADAL" clId="{09ABE13D-32B9-4646-8B10-CB7999C84D02}" dt="2026-07-14T20:19:19.369" v="143" actId="20577"/>
        <pc:sldMkLst>
          <pc:docMk/>
          <pc:sldMk cId="3587535936" sldId="320"/>
        </pc:sldMkLst>
        <pc:spChg chg="del">
          <ac:chgData name="Adrien Osakwe" userId="7a3e290c-eb83-484b-8e3d-d46ef2333477" providerId="ADAL" clId="{09ABE13D-32B9-4646-8B10-CB7999C84D02}" dt="2026-07-14T20:18:39.272" v="66" actId="478"/>
          <ac:spMkLst>
            <pc:docMk/>
            <pc:sldMk cId="3587535936" sldId="320"/>
            <ac:spMk id="2" creationId="{B0787D92-0C9B-1E80-357E-F693D6F0E6ED}"/>
          </ac:spMkLst>
        </pc:spChg>
        <pc:spChg chg="add mod">
          <ac:chgData name="Adrien Osakwe" userId="7a3e290c-eb83-484b-8e3d-d46ef2333477" providerId="ADAL" clId="{09ABE13D-32B9-4646-8B10-CB7999C84D02}" dt="2026-07-14T20:19:01.144" v="100" actId="20577"/>
          <ac:spMkLst>
            <pc:docMk/>
            <pc:sldMk cId="3587535936" sldId="320"/>
            <ac:spMk id="3" creationId="{1A675FF3-F5C4-4D9D-72F6-339B99ED886F}"/>
          </ac:spMkLst>
        </pc:spChg>
        <pc:spChg chg="add mod">
          <ac:chgData name="Adrien Osakwe" userId="7a3e290c-eb83-484b-8e3d-d46ef2333477" providerId="ADAL" clId="{09ABE13D-32B9-4646-8B10-CB7999C84D02}" dt="2026-07-14T20:19:19.369" v="143" actId="20577"/>
          <ac:spMkLst>
            <pc:docMk/>
            <pc:sldMk cId="3587535936" sldId="320"/>
            <ac:spMk id="4" creationId="{5FC2150F-A588-4511-139C-D809D8400571}"/>
          </ac:spMkLst>
        </pc:spChg>
      </pc:sldChg>
      <pc:sldChg chg="modSp new del mod">
        <pc:chgData name="Adrien Osakwe" userId="7a3e290c-eb83-484b-8e3d-d46ef2333477" providerId="ADAL" clId="{09ABE13D-32B9-4646-8B10-CB7999C84D02}" dt="2026-07-14T20:18:54.011" v="71" actId="2696"/>
        <pc:sldMkLst>
          <pc:docMk/>
          <pc:sldMk cId="1885859244" sldId="321"/>
        </pc:sldMkLst>
        <pc:spChg chg="mod">
          <ac:chgData name="Adrien Osakwe" userId="7a3e290c-eb83-484b-8e3d-d46ef2333477" providerId="ADAL" clId="{09ABE13D-32B9-4646-8B10-CB7999C84D02}" dt="2026-07-14T20:18:48.296" v="69" actId="20577"/>
          <ac:spMkLst>
            <pc:docMk/>
            <pc:sldMk cId="1885859244" sldId="321"/>
            <ac:spMk id="3" creationId="{3ABE5EFE-DF8F-DB2D-FBDB-338BE1FF3F0E}"/>
          </ac:spMkLst>
        </pc:spChg>
      </pc:sldChg>
      <pc:sldMasterChg chg="modSldLayout">
        <pc:chgData name="Adrien Osakwe" userId="7a3e290c-eb83-484b-8e3d-d46ef2333477" providerId="ADAL" clId="{09ABE13D-32B9-4646-8B10-CB7999C84D02}" dt="2026-07-14T20:16:30.281" v="29" actId="478"/>
        <pc:sldMasterMkLst>
          <pc:docMk/>
          <pc:sldMasterMk cId="1449374226" sldId="2147483660"/>
        </pc:sldMasterMkLst>
        <pc:sldLayoutChg chg="addSp delSp modSp mod">
          <pc:chgData name="Adrien Osakwe" userId="7a3e290c-eb83-484b-8e3d-d46ef2333477" providerId="ADAL" clId="{09ABE13D-32B9-4646-8B10-CB7999C84D02}" dt="2026-07-14T20:16:30.281" v="29" actId="478"/>
          <pc:sldLayoutMkLst>
            <pc:docMk/>
            <pc:sldMasterMk cId="1449374226" sldId="2147483660"/>
            <pc:sldLayoutMk cId="3264083727" sldId="2147483661"/>
          </pc:sldLayoutMkLst>
          <pc:picChg chg="add del mod">
            <ac:chgData name="Adrien Osakwe" userId="7a3e290c-eb83-484b-8e3d-d46ef2333477" providerId="ADAL" clId="{09ABE13D-32B9-4646-8B10-CB7999C84D02}" dt="2026-07-14T20:16:30.281" v="29" actId="478"/>
            <ac:picMkLst>
              <pc:docMk/>
              <pc:sldMasterMk cId="1449374226" sldId="2147483660"/>
              <pc:sldLayoutMk cId="3264083727" sldId="2147483661"/>
              <ac:picMk id="2" creationId="{EC3167DA-3F06-EE3E-BE3A-002FD81F9186}"/>
            </ac:picMkLst>
          </pc:picChg>
          <pc:picChg chg="add del mod">
            <ac:chgData name="Adrien Osakwe" userId="7a3e290c-eb83-484b-8e3d-d46ef2333477" providerId="ADAL" clId="{09ABE13D-32B9-4646-8B10-CB7999C84D02}" dt="2026-07-14T20:15:51.816" v="25" actId="478"/>
            <ac:picMkLst>
              <pc:docMk/>
              <pc:sldMasterMk cId="1449374226" sldId="2147483660"/>
              <pc:sldLayoutMk cId="3264083727" sldId="2147483661"/>
              <ac:picMk id="3" creationId="{05CC116A-75B8-12CA-57AE-80756E7437B8}"/>
            </ac:picMkLst>
          </pc:picChg>
          <pc:picChg chg="add mod">
            <ac:chgData name="Adrien Osakwe" userId="7a3e290c-eb83-484b-8e3d-d46ef2333477" providerId="ADAL" clId="{09ABE13D-32B9-4646-8B10-CB7999C84D02}" dt="2026-07-14T20:15:50.424" v="24" actId="14100"/>
            <ac:picMkLst>
              <pc:docMk/>
              <pc:sldMasterMk cId="1449374226" sldId="2147483660"/>
              <pc:sldLayoutMk cId="3264083727" sldId="2147483661"/>
              <ac:picMk id="4" creationId="{901F0B20-408F-2B4A-284C-54914990B943}"/>
            </ac:picMkLst>
          </pc:picChg>
        </pc:sldLayoutChg>
        <pc:sldLayoutChg chg="addSp modSp">
          <pc:chgData name="Adrien Osakwe" userId="7a3e290c-eb83-484b-8e3d-d46ef2333477" providerId="ADAL" clId="{09ABE13D-32B9-4646-8B10-CB7999C84D02}" dt="2026-07-14T20:16:10.265" v="28" actId="1035"/>
          <pc:sldLayoutMkLst>
            <pc:docMk/>
            <pc:sldMasterMk cId="1449374226" sldId="2147483660"/>
            <pc:sldLayoutMk cId="322694191" sldId="2147483670"/>
          </pc:sldLayoutMkLst>
          <pc:picChg chg="add mod">
            <ac:chgData name="Adrien Osakwe" userId="7a3e290c-eb83-484b-8e3d-d46ef2333477" providerId="ADAL" clId="{09ABE13D-32B9-4646-8B10-CB7999C84D02}" dt="2026-07-14T20:16:10.265" v="28" actId="1035"/>
            <ac:picMkLst>
              <pc:docMk/>
              <pc:sldMasterMk cId="1449374226" sldId="2147483660"/>
              <pc:sldLayoutMk cId="322694191" sldId="2147483670"/>
              <ac:picMk id="2" creationId="{B4E0375E-06DE-CC3D-FC14-4D91EE6470F8}"/>
            </ac:picMkLst>
          </pc:picChg>
          <pc:picChg chg="add mod">
            <ac:chgData name="Adrien Osakwe" userId="7a3e290c-eb83-484b-8e3d-d46ef2333477" providerId="ADAL" clId="{09ABE13D-32B9-4646-8B10-CB7999C84D02}" dt="2026-07-14T20:16:10.265" v="28" actId="1035"/>
            <ac:picMkLst>
              <pc:docMk/>
              <pc:sldMasterMk cId="1449374226" sldId="2147483660"/>
              <pc:sldLayoutMk cId="322694191" sldId="2147483670"/>
              <ac:picMk id="4" creationId="{48BA55F6-1EA5-F4BD-45AD-D7A800249734}"/>
            </ac:picMkLst>
          </pc:picChg>
        </pc:sldLayoutChg>
        <pc:sldLayoutChg chg="addSp delSp modSp mod">
          <pc:chgData name="Adrien Osakwe" userId="7a3e290c-eb83-484b-8e3d-d46ef2333477" providerId="ADAL" clId="{09ABE13D-32B9-4646-8B10-CB7999C84D02}" dt="2026-07-14T20:15:29.417" v="19"/>
          <pc:sldLayoutMkLst>
            <pc:docMk/>
            <pc:sldMasterMk cId="1449374226" sldId="2147483660"/>
            <pc:sldLayoutMk cId="3350706779" sldId="2147483671"/>
          </pc:sldLayoutMkLst>
          <pc:spChg chg="add del mod">
            <ac:chgData name="Adrien Osakwe" userId="7a3e290c-eb83-484b-8e3d-d46ef2333477" providerId="ADAL" clId="{09ABE13D-32B9-4646-8B10-CB7999C84D02}" dt="2026-07-14T20:15:29.417" v="19"/>
            <ac:spMkLst>
              <pc:docMk/>
              <pc:sldMasterMk cId="1449374226" sldId="2147483660"/>
              <pc:sldLayoutMk cId="3350706779" sldId="2147483671"/>
              <ac:spMk id="5" creationId="{F42015A4-C42B-1B5E-C474-680E92360117}"/>
            </ac:spMkLst>
          </pc:spChg>
          <pc:picChg chg="add mod">
            <ac:chgData name="Adrien Osakwe" userId="7a3e290c-eb83-484b-8e3d-d46ef2333477" providerId="ADAL" clId="{09ABE13D-32B9-4646-8B10-CB7999C84D02}" dt="2026-07-14T20:15:10.625" v="11" actId="1076"/>
            <ac:picMkLst>
              <pc:docMk/>
              <pc:sldMasterMk cId="1449374226" sldId="2147483660"/>
              <pc:sldLayoutMk cId="3350706779" sldId="2147483671"/>
              <ac:picMk id="2" creationId="{F293AA35-39CA-D5AA-46B4-E32A7A3C2702}"/>
            </ac:picMkLst>
          </pc:picChg>
          <pc:picChg chg="add del mod">
            <ac:chgData name="Adrien Osakwe" userId="7a3e290c-eb83-484b-8e3d-d46ef2333477" providerId="ADAL" clId="{09ABE13D-32B9-4646-8B10-CB7999C84D02}" dt="2026-07-14T20:15:28.588" v="17" actId="478"/>
            <ac:picMkLst>
              <pc:docMk/>
              <pc:sldMasterMk cId="1449374226" sldId="2147483660"/>
              <pc:sldLayoutMk cId="3350706779" sldId="2147483671"/>
              <ac:picMk id="3" creationId="{5E37C15F-A07F-11FB-2C8C-87CD17E73354}"/>
            </ac:picMkLst>
          </pc:picChg>
          <pc:picChg chg="add mod">
            <ac:chgData name="Adrien Osakwe" userId="7a3e290c-eb83-484b-8e3d-d46ef2333477" providerId="ADAL" clId="{09ABE13D-32B9-4646-8B10-CB7999C84D02}" dt="2026-07-14T20:15:24.202" v="15" actId="1076"/>
            <ac:picMkLst>
              <pc:docMk/>
              <pc:sldMasterMk cId="1449374226" sldId="2147483660"/>
              <pc:sldLayoutMk cId="3350706779" sldId="2147483671"/>
              <ac:picMk id="4" creationId="{656DFE86-6EEA-995D-0B99-F99D01139386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14/07/2026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 McGill initiative on Computational Medicine was formed in 2017 and aims to deliver inter-disciplinary research programs and empower the use of data in health research and health care delivery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Located at the Genome Center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They have a newsletter were you can subscribe 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more info on the web site</a:t>
            </a:r>
          </a:p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063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901F0B20-408F-2B4A-284C-54914990B9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B4E0375E-06DE-CC3D-FC14-4D91EE6470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0" y="139354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48BA55F6-1EA5-F4BD-45AD-D7A80024973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F293AA35-39CA-D5AA-46B4-E32A7A3C270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6025" y="142106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656DFE86-6EEA-995D-0B99-F99D011393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226013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33-26E6-DC35-42A8-55BE94397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09D2E-8F5B-E7BC-E435-5B6E12E98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1423-2D5F-67A0-185B-D51DC35C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14/7/2026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AC3-198E-B226-579C-3725C6A0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33A4B-C966-5866-A0E9-E2097772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2190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  <p:sldLayoutId id="2147483672" r:id="rId10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1814" y="646702"/>
            <a:ext cx="4753841" cy="1790700"/>
          </a:xfrm>
        </p:spPr>
        <p:txBody>
          <a:bodyPr>
            <a:normAutofit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Welcome 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6456" y="3974415"/>
            <a:ext cx="6858000" cy="1241822"/>
          </a:xfrm>
        </p:spPr>
        <p:txBody>
          <a:bodyPr>
            <a:normAutofit/>
          </a:bodyPr>
          <a:lstStyle/>
          <a:p>
            <a:endParaRPr lang="en-AU" sz="2700" dirty="0">
              <a:latin typeface="Montserrat SemiBold" panose="00000700000000000000" pitchFamily="50" charset="0"/>
            </a:endParaRPr>
          </a:p>
          <a:p>
            <a:r>
              <a:rPr lang="en-AU" sz="2700" dirty="0">
                <a:latin typeface="Montserrat SemiBold" panose="00000700000000000000" pitchFamily="50" charset="0"/>
              </a:rPr>
              <a:t>The Session Will Begin Shortly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66627F5-A421-7923-C8B5-F18D00881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8787" y="2492194"/>
            <a:ext cx="3373338" cy="8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37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574" y="1394848"/>
            <a:ext cx="8499764" cy="1241822"/>
          </a:xfrm>
        </p:spPr>
        <p:txBody>
          <a:bodyPr>
            <a:normAutofit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Your Seminar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974415"/>
            <a:ext cx="9143999" cy="1241822"/>
          </a:xfrm>
        </p:spPr>
        <p:txBody>
          <a:bodyPr>
            <a:normAutofit/>
          </a:bodyPr>
          <a:lstStyle/>
          <a:p>
            <a:r>
              <a:rPr lang="en-AU" sz="2700" dirty="0">
                <a:latin typeface="Montserrat SemiBold" panose="00000700000000000000" pitchFamily="50" charset="0"/>
              </a:rPr>
              <a:t>Session #: Session Name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CC4C66-6C96-C6D8-8239-94E530DAE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459" y="5564852"/>
            <a:ext cx="1066557" cy="27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START</a:t>
            </a:r>
            <a:b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</a:br>
            <a:endParaRPr lang="en-AU" sz="6600" dirty="0">
              <a:solidFill>
                <a:schemeClr val="accent1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911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A675FF3-F5C4-4D9D-72F6-339B99ED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R Package Development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FC2150F-A588-4511-139C-D809D8400571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Instructor: Adrien Osakwe</a:t>
            </a:r>
          </a:p>
        </p:txBody>
      </p:sp>
    </p:spTree>
    <p:extLst>
      <p:ext uri="{BB962C8B-B14F-4D97-AF65-F5344CB8AC3E}">
        <p14:creationId xmlns:p14="http://schemas.microsoft.com/office/powerpoint/2010/main" val="358753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24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STOP</a:t>
            </a:r>
            <a:br>
              <a:rPr lang="en-AU" sz="6600" dirty="0">
                <a:solidFill>
                  <a:srgbClr val="FF0000"/>
                </a:solidFill>
                <a:latin typeface="Montserrat SemiBold" panose="00000700000000000000" pitchFamily="50" charset="0"/>
              </a:rPr>
            </a:br>
            <a:endParaRPr lang="en-AU" sz="6600" dirty="0">
              <a:solidFill>
                <a:srgbClr val="FF0000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105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8693</TotalTime>
  <Words>76</Words>
  <Application>Microsoft Macintosh PowerPoint</Application>
  <PresentationFormat>On-screen Show (4:3)</PresentationFormat>
  <Paragraphs>17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Montserrat SemiBold</vt:lpstr>
      <vt:lpstr>Open Sans Light</vt:lpstr>
      <vt:lpstr>Thème Office</vt:lpstr>
      <vt:lpstr>Welcome to</vt:lpstr>
      <vt:lpstr>Your Seminar Title</vt:lpstr>
      <vt:lpstr>START </vt:lpstr>
      <vt:lpstr>R Package Development</vt:lpstr>
      <vt:lpstr>PowerPoint Presentation</vt:lpstr>
      <vt:lpstr>STOP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Adrien Osakwe</cp:lastModifiedBy>
  <cp:revision>38</cp:revision>
  <dcterms:created xsi:type="dcterms:W3CDTF">2019-07-29T14:54:16Z</dcterms:created>
  <dcterms:modified xsi:type="dcterms:W3CDTF">2026-07-14T20:19:57Z</dcterms:modified>
</cp:coreProperties>
</file>